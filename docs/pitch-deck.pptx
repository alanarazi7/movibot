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 id="2147483662" r:id="rId2"/>
  </p:sldMasterIdLst>
  <p:notesMasterIdLst>
    <p:notesMasterId r:id="rId2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12192000" cy="6858000"/>
  <p:notesSz cx="6858000" cy="12192000"/>
  <p:embeddedFontLst>
    <p:embeddedFont>
      <p:font typeface="Georgia" panose="02040502050405020303" pitchFamily="18" charset="0"/>
      <p:regular r:id="rId21"/>
      <p:bold r:id="rId22"/>
      <p:italic r:id="rId23"/>
      <p:boldItalic r:id="rId24"/>
    </p:embeddedFont>
    <p:embeddedFont>
      <p:font typeface="Inter" panose="020B0604020202020204" charset="0"/>
      <p:regular r:id="rId25"/>
      <p:bold r:id="rId26"/>
      <p:italic r:id="rId27"/>
      <p:boldItalic r:id="rId28"/>
    </p:embeddedFont>
    <p:embeddedFont>
      <p:font typeface="Inter Medium" panose="020B0604020202020204" charset="0"/>
      <p:regular r:id="rId29"/>
      <p:bold r:id="rId30"/>
      <p:italic r:id="rId31"/>
      <p:boldItalic r:id="rId32"/>
    </p:embeddedFont>
    <p:embeddedFont>
      <p:font typeface="Inter SemiBold" panose="020B0604020202020204" charset="0"/>
      <p:regular r:id="rId33"/>
      <p:bold r:id="rId34"/>
      <p:italic r:id="rId35"/>
      <p:boldItalic r:id="rId36"/>
    </p:embeddedFont>
    <p:embeddedFont>
      <p:font typeface="Outfit" panose="020B0604020202020204" charset="0"/>
      <p:regular r:id="rId37"/>
      <p:bold r:id="rId38"/>
    </p:embeddedFont>
    <p:embeddedFont>
      <p:font typeface="Outfit Medium" panose="020B0604020202020204" charset="0"/>
      <p:regular r:id="rId39"/>
      <p:bold r:id="rId40"/>
    </p:embeddedFont>
    <p:embeddedFont>
      <p:font typeface="Outfit SemiBold" panose="020B0604020202020204" charset="0"/>
      <p:regular r:id="rId41"/>
      <p:bold r:id="rId42"/>
    </p:embeddedFont>
    <p:embeddedFont>
      <p:font typeface="Poppins" panose="00000500000000000000" pitchFamily="2" charset="0"/>
      <p:regular r:id="rId43"/>
      <p:bold r:id="rId44"/>
      <p:italic r:id="rId45"/>
      <p:boldItalic r:id="rId46"/>
    </p:embeddedFont>
    <p:embeddedFont>
      <p:font typeface="Poppins Medium" panose="020B0502040204020203" pitchFamily="2"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654" y="1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6.fntdata"/><Relationship Id="rId39" Type="http://schemas.openxmlformats.org/officeDocument/2006/relationships/font" Target="fonts/font19.fntdata"/><Relationship Id="rId21" Type="http://schemas.openxmlformats.org/officeDocument/2006/relationships/font" Target="fonts/font1.fntdata"/><Relationship Id="rId34" Type="http://schemas.openxmlformats.org/officeDocument/2006/relationships/font" Target="fonts/font14.fntdata"/><Relationship Id="rId42" Type="http://schemas.openxmlformats.org/officeDocument/2006/relationships/font" Target="fonts/font22.fntdata"/><Relationship Id="rId47" Type="http://schemas.openxmlformats.org/officeDocument/2006/relationships/font" Target="fonts/font27.fntdata"/><Relationship Id="rId50" Type="http://schemas.openxmlformats.org/officeDocument/2006/relationships/font" Target="fonts/font30.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9.fntdata"/><Relationship Id="rId11" Type="http://schemas.openxmlformats.org/officeDocument/2006/relationships/slide" Target="slides/slide9.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font" Target="fonts/font17.fntdata"/><Relationship Id="rId40" Type="http://schemas.openxmlformats.org/officeDocument/2006/relationships/font" Target="fonts/font20.fntdata"/><Relationship Id="rId45" Type="http://schemas.openxmlformats.org/officeDocument/2006/relationships/font" Target="fonts/font25.fntdata"/><Relationship Id="rId53"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11.fntdata"/><Relationship Id="rId44" Type="http://schemas.openxmlformats.org/officeDocument/2006/relationships/font" Target="fonts/font24.fntdata"/><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43" Type="http://schemas.openxmlformats.org/officeDocument/2006/relationships/font" Target="fonts/font23.fntdata"/><Relationship Id="rId48" Type="http://schemas.openxmlformats.org/officeDocument/2006/relationships/font" Target="fonts/font28.fntdata"/><Relationship Id="rId8" Type="http://schemas.openxmlformats.org/officeDocument/2006/relationships/slide" Target="slides/slide6.xml"/><Relationship Id="rId51"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font" Target="fonts/font18.fntdata"/><Relationship Id="rId46" Type="http://schemas.openxmlformats.org/officeDocument/2006/relationships/font" Target="fonts/font26.fntdata"/><Relationship Id="rId20" Type="http://schemas.openxmlformats.org/officeDocument/2006/relationships/notesMaster" Target="notesMasters/notesMaster1.xml"/><Relationship Id="rId41" Type="http://schemas.openxmlformats.org/officeDocument/2006/relationships/font" Target="fonts/font21.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 Id="rId49" Type="http://schemas.openxmlformats.org/officeDocument/2006/relationships/font" Target="fonts/font2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[15 sec]</a:t>
            </a:r>
            <a:endParaRPr sz="1300">
              <a:latin typeface="Arial"/>
              <a:ea typeface="Arial"/>
              <a:cs typeface="Arial"/>
              <a:sym typeface="Arial"/>
            </a:endParaRPr>
          </a:p>
          <a:p>
            <a:pPr marL="0" lvl="0" indent="0" algn="r" rtl="1">
              <a:lnSpc>
                <a:spcPct val="129500"/>
              </a:lnSpc>
              <a:spcBef>
                <a:spcPts val="0"/>
              </a:spcBef>
              <a:spcAft>
                <a:spcPts val="600"/>
              </a:spcAft>
              <a:buSzPts val="1100"/>
              <a:buNone/>
            </a:pPr>
            <a:r>
              <a:rPr lang="en-US" sz="1300">
                <a:latin typeface="Arial"/>
                <a:ea typeface="Arial"/>
                <a:cs typeface="Arial"/>
                <a:sym typeface="Arial"/>
              </a:rPr>
              <a:t>שלום, אנחנו יאיר, אלן ואנדריי, והיום אנחנו מציגים את MoviBot, סוכן AI לגילוי והמלצה על סרטים.</a:t>
            </a:r>
            <a:endParaRPr sz="1300"/>
          </a:p>
        </p:txBody>
      </p:sp>
      <p:sp>
        <p:nvSpPr>
          <p:cNvPr id="63" name="Google Shape;63;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 name="Google Shape;69;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US" sz="1300">
                <a:latin typeface="Arial"/>
                <a:ea typeface="Arial"/>
                <a:cs typeface="Arial"/>
                <a:sym typeface="Arial"/>
              </a:rPr>
              <a:t>הרעיון הזה נולד מסיפור אמיתי. אלן הוא אבא של גילי, ילדה בת 3, חולה על פרוזן - למרות שהיא לא באמת ראתה את הסרט. אלן רצה לבחור סרט עבורה, אבל פרוזן הוא סרט בעייתי, כי ההורים של אנה ואלזה מתים. ולכן הוא רצה למצוא את הסרט המושלם עבורה.</a:t>
            </a:r>
            <a:endParaRPr sz="1300"/>
          </a:p>
          <a:p>
            <a:pPr marL="0" lvl="0" indent="0" algn="l" rtl="0">
              <a:spcBef>
                <a:spcPts val="0"/>
              </a:spcBef>
              <a:spcAft>
                <a:spcPts val="0"/>
              </a:spcAft>
              <a:buNone/>
            </a:pPr>
            <a:endParaRPr/>
          </a:p>
        </p:txBody>
      </p:sp>
      <p:sp>
        <p:nvSpPr>
          <p:cNvPr id="70" name="Google Shape;70;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f4bc6cceed_0_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f4bc6cceed_0_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r" rtl="1">
              <a:spcBef>
                <a:spcPts val="0"/>
              </a:spcBef>
              <a:spcAft>
                <a:spcPts val="0"/>
              </a:spcAft>
              <a:buNone/>
            </a:pPr>
            <a:r>
              <a:rPr lang="en-US" sz="1300">
                <a:latin typeface="Arial"/>
                <a:ea typeface="Arial"/>
                <a:cs typeface="Arial"/>
                <a:sym typeface="Arial"/>
              </a:rPr>
              <a:t>באינסטינקט, הוא הלך ל-IMDB, אתר הסרטים הכי גדול - וגילה לתדהמתו שפונקציית החיפוש שלו תקועה בשנות ה-2000, ושזה painpoint שמשותף לעוד הרבה אנשים בעולם. </a:t>
            </a:r>
            <a:endParaRPr/>
          </a:p>
        </p:txBody>
      </p:sp>
      <p:sp>
        <p:nvSpPr>
          <p:cNvPr id="77" name="Google Shape;77;g3f4bc6cceed_0_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4c2710b3b_1_59:notes"/>
          <p:cNvSpPr>
            <a:spLocks noGrp="1" noRot="1" noChangeAspect="1"/>
          </p:cNvSpPr>
          <p:nvPr>
            <p:ph type="sldImg" idx="2"/>
          </p:nvPr>
        </p:nvSpPr>
        <p:spPr>
          <a:xfrm>
            <a:off x="381300" y="914400"/>
            <a:ext cx="6096000" cy="4572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4c2710b3b_1_59:notes"/>
          <p:cNvSpPr txBox="1">
            <a:spLocks noGrp="1"/>
          </p:cNvSpPr>
          <p:nvPr>
            <p:ph type="body" idx="1"/>
          </p:nvPr>
        </p:nvSpPr>
        <p:spPr>
          <a:xfrm>
            <a:off x="685800" y="5791200"/>
            <a:ext cx="5486400" cy="5486400"/>
          </a:xfrm>
          <a:prstGeom prst="rect">
            <a:avLst/>
          </a:prstGeom>
        </p:spPr>
        <p:txBody>
          <a:bodyPr spcFirstLastPara="1" wrap="square" lIns="91425" tIns="45700" rIns="91425" bIns="45700" anchor="t" anchorCtr="0">
            <a:noAutofit/>
          </a:bodyPr>
          <a:lstStyle/>
          <a:p>
            <a:pPr marL="0" lvl="0" indent="0" algn="r" rtl="1">
              <a:spcBef>
                <a:spcPts val="0"/>
              </a:spcBef>
              <a:spcAft>
                <a:spcPts val="0"/>
              </a:spcAft>
              <a:buClr>
                <a:schemeClr val="dk1"/>
              </a:buClr>
              <a:buSzPts val="1100"/>
              <a:buFont typeface="Arial"/>
              <a:buNone/>
            </a:pPr>
            <a:r>
              <a:rPr lang="en-US" sz="1300">
                <a:latin typeface="Arial"/>
                <a:ea typeface="Arial"/>
                <a:cs typeface="Arial"/>
                <a:sym typeface="Arial"/>
              </a:rPr>
              <a:t>אפליקציות הסטרימינג כמו נטפליקס או דיסני כן מציעות המלצות, אבל מדובר בסוג המלצה פאסיבי, שלא מאפשר ל-user למצוא בדיוק את מה שהוא רוצה.</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 name="Google Shape;8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r" rtl="1">
              <a:spcBef>
                <a:spcPts val="0"/>
              </a:spcBef>
              <a:spcAft>
                <a:spcPts val="0"/>
              </a:spcAft>
              <a:buNone/>
            </a:pPr>
            <a:r>
              <a:rPr lang="en-US" sz="1300"/>
              <a:t>בלית ברירה, הוא זנח את הפלטפורמות האלה והוא שאל את הצ׳ט האהוב עליו שאלה פשוטה לכאורה - תיתן לי את כל הסרטים של דיסני שמתאימים לבת 3, שאין בהם מקרי מוות, ובעדיפות שמביאים בעלי חיות. נשמעת כמו שאלה סבירה…</a:t>
            </a:r>
            <a:endParaRPr sz="1300"/>
          </a:p>
        </p:txBody>
      </p:sp>
      <p:sp>
        <p:nvSpPr>
          <p:cNvPr id="88" name="Google Shape;88;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 name="Google Shape;10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r" rtl="1">
              <a:spcBef>
                <a:spcPts val="0"/>
              </a:spcBef>
              <a:spcAft>
                <a:spcPts val="0"/>
              </a:spcAft>
              <a:buClr>
                <a:schemeClr val="dk1"/>
              </a:buClr>
              <a:buFont typeface="Arial"/>
              <a:buNone/>
            </a:pPr>
            <a:r>
              <a:rPr lang="en-US" sz="1300"/>
              <a:t>בפועל, הצ׳ט התקשה מאוד. הוא הביא תשובות חלקיות, טען שסיים, וכאשר נשאל על כך, המשיך להביא עוד אפשרויות. </a:t>
            </a:r>
            <a:endParaRPr/>
          </a:p>
        </p:txBody>
      </p:sp>
      <p:sp>
        <p:nvSpPr>
          <p:cNvPr id="101" name="Google Shape;101;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f4c2710b3b_4_1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g3f4c2710b3b_4_10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r" rtl="1">
              <a:spcBef>
                <a:spcPts val="0"/>
              </a:spcBef>
              <a:spcAft>
                <a:spcPts val="0"/>
              </a:spcAft>
              <a:buNone/>
            </a:pPr>
            <a:r>
              <a:rPr lang="en-US" sz="1300"/>
              <a:t>בפועל, הצ׳ט התקשה מאוד. הוא הביא תשובות חלקיות, טען שסיים, וכאשר נשאל על כך, המשיך להביא עוד אפשרויות. </a:t>
            </a:r>
            <a:endParaRPr/>
          </a:p>
        </p:txBody>
      </p:sp>
      <p:sp>
        <p:nvSpPr>
          <p:cNvPr id="109" name="Google Shape;109;g3f4c2710b3b_4_10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f4c2710b3b_1_1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g3f4c2710b3b_1_1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r" rtl="1">
              <a:spcBef>
                <a:spcPts val="0"/>
              </a:spcBef>
              <a:spcAft>
                <a:spcPts val="0"/>
              </a:spcAft>
              <a:buNone/>
            </a:pPr>
            <a:r>
              <a:rPr lang="en-US" sz="1300"/>
              <a:t>בפועל, הצ׳ט התקשה מאוד. הוא הביא תשובות חלקיות, טען שסיים, וכאשר נשאל על כך, המשיך להביא עוד אפשרויות. </a:t>
            </a:r>
            <a:endParaRPr/>
          </a:p>
        </p:txBody>
      </p:sp>
      <p:sp>
        <p:nvSpPr>
          <p:cNvPr id="117" name="Google Shape;117;g3f4c2710b3b_1_1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KEY correction: a filter COULD do 'no deaths' IF the column existed. It doesn't — and the point is you can't pre-compute a column for every possible fuzzy human constraint. That's what motivates an agent that reasons over the text at query time.</a:t>
            </a:r>
            <a:endParaRPr/>
          </a:p>
        </p:txBody>
      </p:sp>
      <p:sp>
        <p:nvSpPr>
          <p:cNvPr id="125" name="Google Shape;12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f4b31ded6e_0_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5" name="Google Shape;155;g3f4b31ded6e_0_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KEY correction: a filter COULD do 'no deaths' IF the column existed. It doesn't — and the point is you can't pre-compute a column for every possible fuzzy human constraint. That's what motivates an agent that reasons over the text at query time.</a:t>
            </a:r>
            <a:endParaRPr/>
          </a:p>
        </p:txBody>
      </p:sp>
      <p:sp>
        <p:nvSpPr>
          <p:cNvPr id="156" name="Google Shape;156;g3f4b31ded6e_0_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1" name="Google Shape;161;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High-level: request in, agent reads plot text and reasons per title, complete verified list out. The key difference from a filter: no column needed — reasoning happens at query time.</a:t>
            </a:r>
            <a:endParaRPr/>
          </a:p>
        </p:txBody>
      </p:sp>
      <p:sp>
        <p:nvSpPr>
          <p:cNvPr id="162" name="Google Shape;162;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f4b31ded6e_0_2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7" name="Google Shape;197;g3f4b31ded6e_0_25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High-level: request in, agent reads plot text and reasons per title, complete verified list out. The key difference from a filter: no column needed — reasoning happens at query time.</a:t>
            </a:r>
            <a:endParaRPr/>
          </a:p>
        </p:txBody>
      </p:sp>
      <p:sp>
        <p:nvSpPr>
          <p:cNvPr id="198" name="Google Shape;198;g3f4b31ded6e_0_25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f4b31ded6e_0_3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 name="Google Shape;238;g3f4b31ded6e_0_3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High-level: request in, agent reads plot text and reasons per title, complete verified list out. The key difference from a filter: no column needed — reasoning happens at query time.</a:t>
            </a:r>
            <a:endParaRPr/>
          </a:p>
        </p:txBody>
      </p:sp>
      <p:sp>
        <p:nvSpPr>
          <p:cNvPr id="239" name="Google Shape;239;g3f4b31ded6e_0_37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8" name="Google Shape;268;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DEMO slide — placeholder. You can move this earlier (e.g. right after the high-level solution) if you'd rather show before explaining. Run the actual Disney query live.</a:t>
            </a:r>
            <a:endParaRPr/>
          </a:p>
        </p:txBody>
      </p:sp>
      <p:sp>
        <p:nvSpPr>
          <p:cNvPr id="269" name="Google Shape;269;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3f4b31ded6e_0_4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7" name="Google Shape;277;g3f4b31ded6e_0_4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High-level: request in, agent reads plot text and reasons per title, complete verified list out. The key difference from a filter: no column needed — reasoning happens at query time.</a:t>
            </a:r>
            <a:endParaRPr/>
          </a:p>
        </p:txBody>
      </p:sp>
      <p:sp>
        <p:nvSpPr>
          <p:cNvPr id="278" name="Google Shape;278;g3f4b31ded6e_0_48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3f4b31ded6e_0_5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g3f4b31ded6e_0_5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High-level: request in, agent reads plot text and reasons per title, complete verified list out. The key difference from a filter: no column needed — reasoning happens at query time.</a:t>
            </a:r>
            <a:endParaRPr/>
          </a:p>
        </p:txBody>
      </p:sp>
      <p:sp>
        <p:nvSpPr>
          <p:cNvPr id="313" name="Google Shape;313;g3f4b31ded6e_0_55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3f4b31ded6e_0_4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1" name="Google Shape;351;g3f4b31ded6e_0_45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High-level: request in, agent reads plot text and reasons per title, complete verified list out. The key difference from a filter: no column needed — reasoning happens at query time.</a:t>
            </a:r>
            <a:endParaRPr/>
          </a:p>
        </p:txBody>
      </p:sp>
      <p:sp>
        <p:nvSpPr>
          <p:cNvPr id="352" name="Google Shape;352;g3f4b31ded6e_0_45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3"/>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3"/>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3"/>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5"/>
          <p:cNvSpPr txBox="1">
            <a:spLocks noGrp="1"/>
          </p:cNvSpPr>
          <p:nvPr>
            <p:ph type="ctrTitle"/>
          </p:nvPr>
        </p:nvSpPr>
        <p:spPr>
          <a:xfrm>
            <a:off x="415611" y="992767"/>
            <a:ext cx="11360700" cy="2736900"/>
          </a:xfrm>
          <a:prstGeom prst="rect">
            <a:avLst/>
          </a:prstGeom>
        </p:spPr>
        <p:txBody>
          <a:bodyPr spcFirstLastPara="1" wrap="square" lIns="121900" tIns="121900" rIns="121900" bIns="121900" anchor="b" anchorCtr="0">
            <a:norm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a:endParaRPr/>
          </a:p>
        </p:txBody>
      </p:sp>
      <p:sp>
        <p:nvSpPr>
          <p:cNvPr id="21" name="Google Shape;21;p5"/>
          <p:cNvSpPr txBox="1">
            <a:spLocks noGrp="1"/>
          </p:cNvSpPr>
          <p:nvPr>
            <p:ph type="subTitle" idx="1"/>
          </p:nvPr>
        </p:nvSpPr>
        <p:spPr>
          <a:xfrm>
            <a:off x="415600" y="3778833"/>
            <a:ext cx="11360700" cy="1056900"/>
          </a:xfrm>
          <a:prstGeom prst="rect">
            <a:avLst/>
          </a:prstGeom>
        </p:spPr>
        <p:txBody>
          <a:bodyPr spcFirstLastPara="1" wrap="square" lIns="121900" tIns="121900" rIns="121900" bIns="121900" anchor="t" anchorCtr="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22" name="Google Shape;22;p5"/>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6"/>
          <p:cNvSpPr txBox="1">
            <a:spLocks noGrp="1"/>
          </p:cNvSpPr>
          <p:nvPr>
            <p:ph type="title"/>
          </p:nvPr>
        </p:nvSpPr>
        <p:spPr>
          <a:xfrm>
            <a:off x="415600" y="2867800"/>
            <a:ext cx="11360700" cy="1122300"/>
          </a:xfrm>
          <a:prstGeom prst="rect">
            <a:avLst/>
          </a:prstGeom>
        </p:spPr>
        <p:txBody>
          <a:bodyPr spcFirstLastPara="1" wrap="square" lIns="121900" tIns="121900" rIns="121900" bIns="121900" anchor="ctr" anchorCtr="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25" name="Google Shape;25;p6"/>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6"/>
        <p:cNvGrpSpPr/>
        <p:nvPr/>
      </p:nvGrpSpPr>
      <p:grpSpPr>
        <a:xfrm>
          <a:off x="0" y="0"/>
          <a:ext cx="0" cy="0"/>
          <a:chOff x="0" y="0"/>
          <a:chExt cx="0" cy="0"/>
        </a:xfrm>
      </p:grpSpPr>
      <p:sp>
        <p:nvSpPr>
          <p:cNvPr id="27" name="Google Shape;27;p7"/>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8" name="Google Shape;28;p7"/>
          <p:cNvSpPr txBox="1">
            <a:spLocks noGrp="1"/>
          </p:cNvSpPr>
          <p:nvPr>
            <p:ph type="body" idx="1"/>
          </p:nvPr>
        </p:nvSpPr>
        <p:spPr>
          <a:xfrm>
            <a:off x="415600" y="1536633"/>
            <a:ext cx="11360700" cy="4555200"/>
          </a:xfrm>
          <a:prstGeom prst="rect">
            <a:avLst/>
          </a:prstGeom>
        </p:spPr>
        <p:txBody>
          <a:bodyPr spcFirstLastPara="1" wrap="square" lIns="121900" tIns="121900" rIns="121900" bIns="121900" anchor="t" anchorCtr="0">
            <a:normAutofit/>
          </a:bodyPr>
          <a:lstStyle>
            <a:lvl1pPr marL="457200" lvl="0" indent="-381000">
              <a:spcBef>
                <a:spcPts val="0"/>
              </a:spcBef>
              <a:spcAft>
                <a:spcPts val="0"/>
              </a:spcAft>
              <a:buSzPts val="2400"/>
              <a:buChar char="●"/>
              <a:defRPr/>
            </a:lvl1pPr>
            <a:lvl2pPr marL="914400" lvl="1" indent="-349250">
              <a:spcBef>
                <a:spcPts val="0"/>
              </a:spcBef>
              <a:spcAft>
                <a:spcPts val="0"/>
              </a:spcAft>
              <a:buSzPts val="1900"/>
              <a:buChar char="○"/>
              <a:defRPr/>
            </a:lvl2pPr>
            <a:lvl3pPr marL="1371600" lvl="2" indent="-349250">
              <a:spcBef>
                <a:spcPts val="0"/>
              </a:spcBef>
              <a:spcAft>
                <a:spcPts val="0"/>
              </a:spcAft>
              <a:buSzPts val="1900"/>
              <a:buChar char="■"/>
              <a:defRPr/>
            </a:lvl3pPr>
            <a:lvl4pPr marL="1828800" lvl="3" indent="-349250">
              <a:spcBef>
                <a:spcPts val="0"/>
              </a:spcBef>
              <a:spcAft>
                <a:spcPts val="0"/>
              </a:spcAft>
              <a:buSzPts val="1900"/>
              <a:buChar char="●"/>
              <a:defRPr/>
            </a:lvl4pPr>
            <a:lvl5pPr marL="2286000" lvl="4" indent="-349250">
              <a:spcBef>
                <a:spcPts val="0"/>
              </a:spcBef>
              <a:spcAft>
                <a:spcPts val="0"/>
              </a:spcAft>
              <a:buSzPts val="1900"/>
              <a:buChar char="○"/>
              <a:defRPr/>
            </a:lvl5pPr>
            <a:lvl6pPr marL="2743200" lvl="5" indent="-349250">
              <a:spcBef>
                <a:spcPts val="0"/>
              </a:spcBef>
              <a:spcAft>
                <a:spcPts val="0"/>
              </a:spcAft>
              <a:buSzPts val="1900"/>
              <a:buChar char="■"/>
              <a:defRPr/>
            </a:lvl6pPr>
            <a:lvl7pPr marL="3200400" lvl="6" indent="-349250">
              <a:spcBef>
                <a:spcPts val="0"/>
              </a:spcBef>
              <a:spcAft>
                <a:spcPts val="0"/>
              </a:spcAft>
              <a:buSzPts val="1900"/>
              <a:buChar char="●"/>
              <a:defRPr/>
            </a:lvl7pPr>
            <a:lvl8pPr marL="3657600" lvl="7" indent="-349250">
              <a:spcBef>
                <a:spcPts val="0"/>
              </a:spcBef>
              <a:spcAft>
                <a:spcPts val="0"/>
              </a:spcAft>
              <a:buSzPts val="1900"/>
              <a:buChar char="○"/>
              <a:defRPr/>
            </a:lvl8pPr>
            <a:lvl9pPr marL="4114800" lvl="8" indent="-349250">
              <a:spcBef>
                <a:spcPts val="0"/>
              </a:spcBef>
              <a:spcAft>
                <a:spcPts val="0"/>
              </a:spcAft>
              <a:buSzPts val="1900"/>
              <a:buChar char="■"/>
              <a:defRPr/>
            </a:lvl9pPr>
          </a:lstStyle>
          <a:p>
            <a:endParaRPr/>
          </a:p>
        </p:txBody>
      </p:sp>
      <p:sp>
        <p:nvSpPr>
          <p:cNvPr id="29" name="Google Shape;29;p7"/>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
        <p:cNvGrpSpPr/>
        <p:nvPr/>
      </p:nvGrpSpPr>
      <p:grpSpPr>
        <a:xfrm>
          <a:off x="0" y="0"/>
          <a:ext cx="0" cy="0"/>
          <a:chOff x="0" y="0"/>
          <a:chExt cx="0" cy="0"/>
        </a:xfrm>
      </p:grpSpPr>
      <p:sp>
        <p:nvSpPr>
          <p:cNvPr id="31" name="Google Shape;31;p8"/>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32" name="Google Shape;32;p8"/>
          <p:cNvSpPr txBox="1">
            <a:spLocks noGrp="1"/>
          </p:cNvSpPr>
          <p:nvPr>
            <p:ph type="body" idx="1"/>
          </p:nvPr>
        </p:nvSpPr>
        <p:spPr>
          <a:xfrm>
            <a:off x="415600" y="1536633"/>
            <a:ext cx="5333100" cy="4555200"/>
          </a:xfrm>
          <a:prstGeom prst="rect">
            <a:avLst/>
          </a:prstGeom>
        </p:spPr>
        <p:txBody>
          <a:bodyPr spcFirstLastPara="1" wrap="square" lIns="121900" tIns="121900" rIns="121900" bIns="121900" anchor="t" anchorCtr="0">
            <a:normAutofit/>
          </a:bodyPr>
          <a:lstStyle>
            <a:lvl1pPr marL="457200" lvl="0" indent="-349250">
              <a:spcBef>
                <a:spcPts val="0"/>
              </a:spcBef>
              <a:spcAft>
                <a:spcPts val="0"/>
              </a:spcAft>
              <a:buSzPts val="1900"/>
              <a:buChar char="●"/>
              <a:defRPr sz="19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3" name="Google Shape;33;p8"/>
          <p:cNvSpPr txBox="1">
            <a:spLocks noGrp="1"/>
          </p:cNvSpPr>
          <p:nvPr>
            <p:ph type="body" idx="2"/>
          </p:nvPr>
        </p:nvSpPr>
        <p:spPr>
          <a:xfrm>
            <a:off x="6443200" y="1536633"/>
            <a:ext cx="5333100" cy="4555200"/>
          </a:xfrm>
          <a:prstGeom prst="rect">
            <a:avLst/>
          </a:prstGeom>
        </p:spPr>
        <p:txBody>
          <a:bodyPr spcFirstLastPara="1" wrap="square" lIns="121900" tIns="121900" rIns="121900" bIns="121900" anchor="t" anchorCtr="0">
            <a:normAutofit/>
          </a:bodyPr>
          <a:lstStyle>
            <a:lvl1pPr marL="457200" lvl="0" indent="-349250">
              <a:spcBef>
                <a:spcPts val="0"/>
              </a:spcBef>
              <a:spcAft>
                <a:spcPts val="0"/>
              </a:spcAft>
              <a:buSzPts val="1900"/>
              <a:buChar char="●"/>
              <a:defRPr sz="19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4" name="Google Shape;34;p8"/>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9"/>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37" name="Google Shape;37;p9"/>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10"/>
          <p:cNvSpPr txBox="1">
            <a:spLocks noGrp="1"/>
          </p:cNvSpPr>
          <p:nvPr>
            <p:ph type="title"/>
          </p:nvPr>
        </p:nvSpPr>
        <p:spPr>
          <a:xfrm>
            <a:off x="415600" y="740800"/>
            <a:ext cx="3744000" cy="1007700"/>
          </a:xfrm>
          <a:prstGeom prst="rect">
            <a:avLst/>
          </a:prstGeom>
        </p:spPr>
        <p:txBody>
          <a:bodyPr spcFirstLastPara="1" wrap="square" lIns="121900" tIns="121900" rIns="121900" bIns="121900" anchor="b" anchorCtr="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a:endParaRPr/>
          </a:p>
        </p:txBody>
      </p:sp>
      <p:sp>
        <p:nvSpPr>
          <p:cNvPr id="40" name="Google Shape;40;p10"/>
          <p:cNvSpPr txBox="1">
            <a:spLocks noGrp="1"/>
          </p:cNvSpPr>
          <p:nvPr>
            <p:ph type="body" idx="1"/>
          </p:nvPr>
        </p:nvSpPr>
        <p:spPr>
          <a:xfrm>
            <a:off x="415600" y="1852800"/>
            <a:ext cx="3744000" cy="4239300"/>
          </a:xfrm>
          <a:prstGeom prst="rect">
            <a:avLst/>
          </a:prstGeom>
        </p:spPr>
        <p:txBody>
          <a:bodyPr spcFirstLastPara="1" wrap="square" lIns="121900" tIns="121900" rIns="121900" bIns="121900" anchor="t" anchorCtr="0">
            <a:normAutofit/>
          </a:bodyPr>
          <a:lstStyle>
            <a:lvl1pPr marL="457200" lvl="0" indent="-330200">
              <a:spcBef>
                <a:spcPts val="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41" name="Google Shape;41;p10"/>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p11"/>
          <p:cNvSpPr txBox="1">
            <a:spLocks noGrp="1"/>
          </p:cNvSpPr>
          <p:nvPr>
            <p:ph type="title"/>
          </p:nvPr>
        </p:nvSpPr>
        <p:spPr>
          <a:xfrm>
            <a:off x="653667" y="600200"/>
            <a:ext cx="8490300" cy="5454300"/>
          </a:xfrm>
          <a:prstGeom prst="rect">
            <a:avLst/>
          </a:prstGeom>
        </p:spPr>
        <p:txBody>
          <a:bodyPr spcFirstLastPara="1" wrap="square" lIns="121900" tIns="121900" rIns="121900" bIns="121900" anchor="ctr" anchorCtr="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44" name="Google Shape;44;p11"/>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12"/>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7" name="Google Shape;47;p12"/>
          <p:cNvSpPr txBox="1">
            <a:spLocks noGrp="1"/>
          </p:cNvSpPr>
          <p:nvPr>
            <p:ph type="title"/>
          </p:nvPr>
        </p:nvSpPr>
        <p:spPr>
          <a:xfrm>
            <a:off x="354000" y="1644233"/>
            <a:ext cx="5393700" cy="1976400"/>
          </a:xfrm>
          <a:prstGeom prst="rect">
            <a:avLst/>
          </a:prstGeom>
        </p:spPr>
        <p:txBody>
          <a:bodyPr spcFirstLastPara="1" wrap="square" lIns="121900" tIns="121900" rIns="121900" bIns="121900" anchor="b" anchorCtr="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48" name="Google Shape;48;p12"/>
          <p:cNvSpPr txBox="1">
            <a:spLocks noGrp="1"/>
          </p:cNvSpPr>
          <p:nvPr>
            <p:ph type="subTitle" idx="1"/>
          </p:nvPr>
        </p:nvSpPr>
        <p:spPr>
          <a:xfrm>
            <a:off x="354000" y="3737433"/>
            <a:ext cx="5393700" cy="1646700"/>
          </a:xfrm>
          <a:prstGeom prst="rect">
            <a:avLst/>
          </a:prstGeom>
        </p:spPr>
        <p:txBody>
          <a:bodyPr spcFirstLastPara="1" wrap="square" lIns="121900" tIns="121900" rIns="121900" bIns="121900"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49" name="Google Shape;49;p12"/>
          <p:cNvSpPr txBox="1">
            <a:spLocks noGrp="1"/>
          </p:cNvSpPr>
          <p:nvPr>
            <p:ph type="body" idx="2"/>
          </p:nvPr>
        </p:nvSpPr>
        <p:spPr>
          <a:xfrm>
            <a:off x="6586000" y="965433"/>
            <a:ext cx="5115900" cy="4926900"/>
          </a:xfrm>
          <a:prstGeom prst="rect">
            <a:avLst/>
          </a:prstGeom>
        </p:spPr>
        <p:txBody>
          <a:bodyPr spcFirstLastPara="1" wrap="square" lIns="121900" tIns="121900" rIns="121900" bIns="121900" anchor="ctr" anchorCtr="0">
            <a:normAutofit/>
          </a:bodyPr>
          <a:lstStyle>
            <a:lvl1pPr marL="457200" lvl="0" indent="-381000">
              <a:spcBef>
                <a:spcPts val="0"/>
              </a:spcBef>
              <a:spcAft>
                <a:spcPts val="0"/>
              </a:spcAft>
              <a:buSzPts val="2400"/>
              <a:buChar char="●"/>
              <a:defRPr/>
            </a:lvl1pPr>
            <a:lvl2pPr marL="914400" lvl="1" indent="-349250">
              <a:spcBef>
                <a:spcPts val="0"/>
              </a:spcBef>
              <a:spcAft>
                <a:spcPts val="0"/>
              </a:spcAft>
              <a:buSzPts val="1900"/>
              <a:buChar char="○"/>
              <a:defRPr/>
            </a:lvl2pPr>
            <a:lvl3pPr marL="1371600" lvl="2" indent="-349250">
              <a:spcBef>
                <a:spcPts val="0"/>
              </a:spcBef>
              <a:spcAft>
                <a:spcPts val="0"/>
              </a:spcAft>
              <a:buSzPts val="1900"/>
              <a:buChar char="■"/>
              <a:defRPr/>
            </a:lvl3pPr>
            <a:lvl4pPr marL="1828800" lvl="3" indent="-349250">
              <a:spcBef>
                <a:spcPts val="0"/>
              </a:spcBef>
              <a:spcAft>
                <a:spcPts val="0"/>
              </a:spcAft>
              <a:buSzPts val="1900"/>
              <a:buChar char="●"/>
              <a:defRPr/>
            </a:lvl4pPr>
            <a:lvl5pPr marL="2286000" lvl="4" indent="-349250">
              <a:spcBef>
                <a:spcPts val="0"/>
              </a:spcBef>
              <a:spcAft>
                <a:spcPts val="0"/>
              </a:spcAft>
              <a:buSzPts val="1900"/>
              <a:buChar char="○"/>
              <a:defRPr/>
            </a:lvl5pPr>
            <a:lvl6pPr marL="2743200" lvl="5" indent="-349250">
              <a:spcBef>
                <a:spcPts val="0"/>
              </a:spcBef>
              <a:spcAft>
                <a:spcPts val="0"/>
              </a:spcAft>
              <a:buSzPts val="1900"/>
              <a:buChar char="■"/>
              <a:defRPr/>
            </a:lvl6pPr>
            <a:lvl7pPr marL="3200400" lvl="6" indent="-349250">
              <a:spcBef>
                <a:spcPts val="0"/>
              </a:spcBef>
              <a:spcAft>
                <a:spcPts val="0"/>
              </a:spcAft>
              <a:buSzPts val="1900"/>
              <a:buChar char="●"/>
              <a:defRPr/>
            </a:lvl7pPr>
            <a:lvl8pPr marL="3657600" lvl="7" indent="-349250">
              <a:spcBef>
                <a:spcPts val="0"/>
              </a:spcBef>
              <a:spcAft>
                <a:spcPts val="0"/>
              </a:spcAft>
              <a:buSzPts val="1900"/>
              <a:buChar char="○"/>
              <a:defRPr/>
            </a:lvl8pPr>
            <a:lvl9pPr marL="4114800" lvl="8" indent="-349250">
              <a:spcBef>
                <a:spcPts val="0"/>
              </a:spcBef>
              <a:spcAft>
                <a:spcPts val="0"/>
              </a:spcAft>
              <a:buSzPts val="1900"/>
              <a:buChar char="■"/>
              <a:defRPr/>
            </a:lvl9pPr>
          </a:lstStyle>
          <a:p>
            <a:endParaRPr/>
          </a:p>
        </p:txBody>
      </p:sp>
      <p:sp>
        <p:nvSpPr>
          <p:cNvPr id="50" name="Google Shape;50;p12"/>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1"/>
        <p:cNvGrpSpPr/>
        <p:nvPr/>
      </p:nvGrpSpPr>
      <p:grpSpPr>
        <a:xfrm>
          <a:off x="0" y="0"/>
          <a:ext cx="0" cy="0"/>
          <a:chOff x="0" y="0"/>
          <a:chExt cx="0" cy="0"/>
        </a:xfrm>
      </p:grpSpPr>
      <p:sp>
        <p:nvSpPr>
          <p:cNvPr id="52" name="Google Shape;52;p13"/>
          <p:cNvSpPr txBox="1">
            <a:spLocks noGrp="1"/>
          </p:cNvSpPr>
          <p:nvPr>
            <p:ph type="body" idx="1"/>
          </p:nvPr>
        </p:nvSpPr>
        <p:spPr>
          <a:xfrm>
            <a:off x="415600" y="5640767"/>
            <a:ext cx="7998300" cy="806700"/>
          </a:xfrm>
          <a:prstGeom prst="rect">
            <a:avLst/>
          </a:prstGeom>
        </p:spPr>
        <p:txBody>
          <a:bodyPr spcFirstLastPara="1" wrap="square" lIns="121900" tIns="121900" rIns="121900" bIns="121900" anchor="ctr" anchorCtr="0">
            <a:normAutofit/>
          </a:bodyPr>
          <a:lstStyle>
            <a:lvl1pPr marL="457200" lvl="0" indent="-228600">
              <a:lnSpc>
                <a:spcPct val="100000"/>
              </a:lnSpc>
              <a:spcBef>
                <a:spcPts val="0"/>
              </a:spcBef>
              <a:spcAft>
                <a:spcPts val="0"/>
              </a:spcAft>
              <a:buSzPts val="2400"/>
              <a:buNone/>
              <a:defRPr/>
            </a:lvl1pPr>
          </a:lstStyle>
          <a:p>
            <a:endParaRPr/>
          </a:p>
        </p:txBody>
      </p:sp>
      <p:sp>
        <p:nvSpPr>
          <p:cNvPr id="53" name="Google Shape;53;p13"/>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4"/>
        <p:cNvGrpSpPr/>
        <p:nvPr/>
      </p:nvGrpSpPr>
      <p:grpSpPr>
        <a:xfrm>
          <a:off x="0" y="0"/>
          <a:ext cx="0" cy="0"/>
          <a:chOff x="0" y="0"/>
          <a:chExt cx="0" cy="0"/>
        </a:xfrm>
      </p:grpSpPr>
      <p:sp>
        <p:nvSpPr>
          <p:cNvPr id="55" name="Google Shape;55;p14"/>
          <p:cNvSpPr txBox="1">
            <a:spLocks noGrp="1"/>
          </p:cNvSpPr>
          <p:nvPr>
            <p:ph type="title" hasCustomPrompt="1"/>
          </p:nvPr>
        </p:nvSpPr>
        <p:spPr>
          <a:xfrm>
            <a:off x="415600" y="1474833"/>
            <a:ext cx="11360700" cy="2618100"/>
          </a:xfrm>
          <a:prstGeom prst="rect">
            <a:avLst/>
          </a:prstGeom>
        </p:spPr>
        <p:txBody>
          <a:bodyPr spcFirstLastPara="1" wrap="square" lIns="121900" tIns="121900" rIns="121900" bIns="121900" anchor="b" anchorCtr="0">
            <a:norm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56" name="Google Shape;56;p14"/>
          <p:cNvSpPr txBox="1">
            <a:spLocks noGrp="1"/>
          </p:cNvSpPr>
          <p:nvPr>
            <p:ph type="body" idx="1"/>
          </p:nvPr>
        </p:nvSpPr>
        <p:spPr>
          <a:xfrm>
            <a:off x="415600" y="4202967"/>
            <a:ext cx="11360700" cy="1734300"/>
          </a:xfrm>
          <a:prstGeom prst="rect">
            <a:avLst/>
          </a:prstGeom>
        </p:spPr>
        <p:txBody>
          <a:bodyPr spcFirstLastPara="1" wrap="square" lIns="121900" tIns="121900" rIns="121900" bIns="121900" anchor="t" anchorCtr="0">
            <a:normAutofit/>
          </a:bodyPr>
          <a:lstStyle>
            <a:lvl1pPr marL="457200" lvl="0" indent="-381000" algn="ctr">
              <a:spcBef>
                <a:spcPts val="0"/>
              </a:spcBef>
              <a:spcAft>
                <a:spcPts val="0"/>
              </a:spcAft>
              <a:buSzPts val="2400"/>
              <a:buChar char="●"/>
              <a:defRPr/>
            </a:lvl1pPr>
            <a:lvl2pPr marL="914400" lvl="1" indent="-349250" algn="ctr">
              <a:spcBef>
                <a:spcPts val="0"/>
              </a:spcBef>
              <a:spcAft>
                <a:spcPts val="0"/>
              </a:spcAft>
              <a:buSzPts val="1900"/>
              <a:buChar char="○"/>
              <a:defRPr/>
            </a:lvl2pPr>
            <a:lvl3pPr marL="1371600" lvl="2" indent="-349250" algn="ctr">
              <a:spcBef>
                <a:spcPts val="0"/>
              </a:spcBef>
              <a:spcAft>
                <a:spcPts val="0"/>
              </a:spcAft>
              <a:buSzPts val="1900"/>
              <a:buChar char="■"/>
              <a:defRPr/>
            </a:lvl3pPr>
            <a:lvl4pPr marL="1828800" lvl="3" indent="-349250" algn="ctr">
              <a:spcBef>
                <a:spcPts val="0"/>
              </a:spcBef>
              <a:spcAft>
                <a:spcPts val="0"/>
              </a:spcAft>
              <a:buSzPts val="1900"/>
              <a:buChar char="●"/>
              <a:defRPr/>
            </a:lvl4pPr>
            <a:lvl5pPr marL="2286000" lvl="4" indent="-349250" algn="ctr">
              <a:spcBef>
                <a:spcPts val="0"/>
              </a:spcBef>
              <a:spcAft>
                <a:spcPts val="0"/>
              </a:spcAft>
              <a:buSzPts val="1900"/>
              <a:buChar char="○"/>
              <a:defRPr/>
            </a:lvl5pPr>
            <a:lvl6pPr marL="2743200" lvl="5" indent="-349250" algn="ctr">
              <a:spcBef>
                <a:spcPts val="0"/>
              </a:spcBef>
              <a:spcAft>
                <a:spcPts val="0"/>
              </a:spcAft>
              <a:buSzPts val="1900"/>
              <a:buChar char="■"/>
              <a:defRPr/>
            </a:lvl6pPr>
            <a:lvl7pPr marL="3200400" lvl="6" indent="-349250" algn="ctr">
              <a:spcBef>
                <a:spcPts val="0"/>
              </a:spcBef>
              <a:spcAft>
                <a:spcPts val="0"/>
              </a:spcAft>
              <a:buSzPts val="1900"/>
              <a:buChar char="●"/>
              <a:defRPr/>
            </a:lvl7pPr>
            <a:lvl8pPr marL="3657600" lvl="7" indent="-349250" algn="ctr">
              <a:spcBef>
                <a:spcPts val="0"/>
              </a:spcBef>
              <a:spcAft>
                <a:spcPts val="0"/>
              </a:spcAft>
              <a:buSzPts val="1900"/>
              <a:buChar char="○"/>
              <a:defRPr/>
            </a:lvl8pPr>
            <a:lvl9pPr marL="4114800" lvl="8" indent="-349250" algn="ctr">
              <a:spcBef>
                <a:spcPts val="0"/>
              </a:spcBef>
              <a:spcAft>
                <a:spcPts val="0"/>
              </a:spcAft>
              <a:buSzPts val="1900"/>
              <a:buChar char="■"/>
              <a:defRPr/>
            </a:lvl9pPr>
          </a:lstStyle>
          <a:p>
            <a:endParaRPr/>
          </a:p>
        </p:txBody>
      </p:sp>
      <p:sp>
        <p:nvSpPr>
          <p:cNvPr id="57" name="Google Shape;57;p14"/>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5"/>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49"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a:endParaRPr/>
          </a:p>
        </p:txBody>
      </p:sp>
      <p:sp>
        <p:nvSpPr>
          <p:cNvPr id="17" name="Google Shape;17;p4"/>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81000">
              <a:lnSpc>
                <a:spcPct val="115000"/>
              </a:lnSpc>
              <a:spcBef>
                <a:spcPts val="0"/>
              </a:spcBef>
              <a:spcAft>
                <a:spcPts val="0"/>
              </a:spcAft>
              <a:buClr>
                <a:schemeClr val="dk2"/>
              </a:buClr>
              <a:buSzPts val="2400"/>
              <a:buChar char="●"/>
              <a:defRPr sz="2400">
                <a:solidFill>
                  <a:schemeClr val="dk2"/>
                </a:solidFill>
              </a:defRPr>
            </a:lvl1pPr>
            <a:lvl2pPr marL="914400" lvl="1" indent="-349250">
              <a:lnSpc>
                <a:spcPct val="115000"/>
              </a:lnSpc>
              <a:spcBef>
                <a:spcPts val="0"/>
              </a:spcBef>
              <a:spcAft>
                <a:spcPts val="0"/>
              </a:spcAft>
              <a:buClr>
                <a:schemeClr val="dk2"/>
              </a:buClr>
              <a:buSzPts val="1900"/>
              <a:buChar char="○"/>
              <a:defRPr sz="1900">
                <a:solidFill>
                  <a:schemeClr val="dk2"/>
                </a:solidFill>
              </a:defRPr>
            </a:lvl2pPr>
            <a:lvl3pPr marL="1371600" lvl="2" indent="-349250">
              <a:lnSpc>
                <a:spcPct val="115000"/>
              </a:lnSpc>
              <a:spcBef>
                <a:spcPts val="0"/>
              </a:spcBef>
              <a:spcAft>
                <a:spcPts val="0"/>
              </a:spcAft>
              <a:buClr>
                <a:schemeClr val="dk2"/>
              </a:buClr>
              <a:buSzPts val="1900"/>
              <a:buChar char="■"/>
              <a:defRPr sz="1900">
                <a:solidFill>
                  <a:schemeClr val="dk2"/>
                </a:solidFill>
              </a:defRPr>
            </a:lvl3pPr>
            <a:lvl4pPr marL="1828800" lvl="3" indent="-349250">
              <a:lnSpc>
                <a:spcPct val="115000"/>
              </a:lnSpc>
              <a:spcBef>
                <a:spcPts val="0"/>
              </a:spcBef>
              <a:spcAft>
                <a:spcPts val="0"/>
              </a:spcAft>
              <a:buClr>
                <a:schemeClr val="dk2"/>
              </a:buClr>
              <a:buSzPts val="1900"/>
              <a:buChar char="●"/>
              <a:defRPr sz="1900">
                <a:solidFill>
                  <a:schemeClr val="dk2"/>
                </a:solidFill>
              </a:defRPr>
            </a:lvl4pPr>
            <a:lvl5pPr marL="2286000" lvl="4" indent="-349250">
              <a:lnSpc>
                <a:spcPct val="115000"/>
              </a:lnSpc>
              <a:spcBef>
                <a:spcPts val="0"/>
              </a:spcBef>
              <a:spcAft>
                <a:spcPts val="0"/>
              </a:spcAft>
              <a:buClr>
                <a:schemeClr val="dk2"/>
              </a:buClr>
              <a:buSzPts val="1900"/>
              <a:buChar char="○"/>
              <a:defRPr sz="1900">
                <a:solidFill>
                  <a:schemeClr val="dk2"/>
                </a:solidFill>
              </a:defRPr>
            </a:lvl5pPr>
            <a:lvl6pPr marL="2743200" lvl="5" indent="-349250">
              <a:lnSpc>
                <a:spcPct val="115000"/>
              </a:lnSpc>
              <a:spcBef>
                <a:spcPts val="0"/>
              </a:spcBef>
              <a:spcAft>
                <a:spcPts val="0"/>
              </a:spcAft>
              <a:buClr>
                <a:schemeClr val="dk2"/>
              </a:buClr>
              <a:buSzPts val="1900"/>
              <a:buChar char="■"/>
              <a:defRPr sz="1900">
                <a:solidFill>
                  <a:schemeClr val="dk2"/>
                </a:solidFill>
              </a:defRPr>
            </a:lvl6pPr>
            <a:lvl7pPr marL="3200400" lvl="6" indent="-349250">
              <a:lnSpc>
                <a:spcPct val="115000"/>
              </a:lnSpc>
              <a:spcBef>
                <a:spcPts val="0"/>
              </a:spcBef>
              <a:spcAft>
                <a:spcPts val="0"/>
              </a:spcAft>
              <a:buClr>
                <a:schemeClr val="dk2"/>
              </a:buClr>
              <a:buSzPts val="1900"/>
              <a:buChar char="●"/>
              <a:defRPr sz="1900">
                <a:solidFill>
                  <a:schemeClr val="dk2"/>
                </a:solidFill>
              </a:defRPr>
            </a:lvl7pPr>
            <a:lvl8pPr marL="3657600" lvl="7" indent="-349250">
              <a:lnSpc>
                <a:spcPct val="115000"/>
              </a:lnSpc>
              <a:spcBef>
                <a:spcPts val="0"/>
              </a:spcBef>
              <a:spcAft>
                <a:spcPts val="0"/>
              </a:spcAft>
              <a:buClr>
                <a:schemeClr val="dk2"/>
              </a:buClr>
              <a:buSzPts val="1900"/>
              <a:buChar char="○"/>
              <a:defRPr sz="1900">
                <a:solidFill>
                  <a:schemeClr val="dk2"/>
                </a:solidFill>
              </a:defRPr>
            </a:lvl8pPr>
            <a:lvl9pPr marL="4114800" lvl="8" indent="-349250">
              <a:lnSpc>
                <a:spcPct val="115000"/>
              </a:lnSpc>
              <a:spcBef>
                <a:spcPts val="0"/>
              </a:spcBef>
              <a:spcAft>
                <a:spcPts val="0"/>
              </a:spcAft>
              <a:buClr>
                <a:schemeClr val="dk2"/>
              </a:buClr>
              <a:buSzPts val="1900"/>
              <a:buChar char="■"/>
              <a:defRPr sz="1900">
                <a:solidFill>
                  <a:schemeClr val="dk2"/>
                </a:solidFill>
              </a:defRPr>
            </a:lvl9pPr>
          </a:lstStyle>
          <a:p>
            <a:endParaRPr/>
          </a:p>
        </p:txBody>
      </p:sp>
      <p:sp>
        <p:nvSpPr>
          <p:cNvPr id="18" name="Google Shape;18;p4"/>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29.png"/><Relationship Id="rId3" Type="http://schemas.openxmlformats.org/officeDocument/2006/relationships/image" Target="../media/image14.png"/><Relationship Id="rId21" Type="http://schemas.openxmlformats.org/officeDocument/2006/relationships/image" Target="../media/image32.png"/><Relationship Id="rId7" Type="http://schemas.openxmlformats.org/officeDocument/2006/relationships/image" Target="../media/image18.png"/><Relationship Id="rId12" Type="http://schemas.openxmlformats.org/officeDocument/2006/relationships/image" Target="../media/image23.png"/><Relationship Id="rId17" Type="http://schemas.openxmlformats.org/officeDocument/2006/relationships/image" Target="../media/image28.png"/><Relationship Id="rId2" Type="http://schemas.openxmlformats.org/officeDocument/2006/relationships/notesSlide" Target="../notesSlides/notesSlide11.xml"/><Relationship Id="rId16" Type="http://schemas.openxmlformats.org/officeDocument/2006/relationships/image" Target="../media/image27.png"/><Relationship Id="rId20" Type="http://schemas.openxmlformats.org/officeDocument/2006/relationships/image" Target="../media/image31.png"/><Relationship Id="rId1" Type="http://schemas.openxmlformats.org/officeDocument/2006/relationships/slideLayout" Target="../slideLayouts/slideLayout1.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5" Type="http://schemas.openxmlformats.org/officeDocument/2006/relationships/image" Target="../media/image26.png"/><Relationship Id="rId10" Type="http://schemas.openxmlformats.org/officeDocument/2006/relationships/image" Target="../media/image21.png"/><Relationship Id="rId19" Type="http://schemas.openxmlformats.org/officeDocument/2006/relationships/image" Target="../media/image30.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 Id="rId22" Type="http://schemas.openxmlformats.org/officeDocument/2006/relationships/image" Target="../media/image33.png"/></Relationships>
</file>

<file path=ppt/slides/_rels/slide12.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18" Type="http://schemas.openxmlformats.org/officeDocument/2006/relationships/image" Target="../media/image49.png"/><Relationship Id="rId3" Type="http://schemas.openxmlformats.org/officeDocument/2006/relationships/image" Target="../media/image34.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 Type="http://schemas.openxmlformats.org/officeDocument/2006/relationships/notesSlide" Target="../notesSlides/notesSlide12.xml"/><Relationship Id="rId16" Type="http://schemas.openxmlformats.org/officeDocument/2006/relationships/image" Target="../media/image47.png"/><Relationship Id="rId1" Type="http://schemas.openxmlformats.org/officeDocument/2006/relationships/slideLayout" Target="../slideLayouts/slideLayout1.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5" Type="http://schemas.openxmlformats.org/officeDocument/2006/relationships/image" Target="../media/image46.png"/><Relationship Id="rId10" Type="http://schemas.openxmlformats.org/officeDocument/2006/relationships/image" Target="../media/image41.png"/><Relationship Id="rId19" Type="http://schemas.openxmlformats.org/officeDocument/2006/relationships/image" Target="../media/image50.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s>
</file>

<file path=ppt/slides/_rels/slide13.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61.png"/><Relationship Id="rId3" Type="http://schemas.openxmlformats.org/officeDocument/2006/relationships/image" Target="../media/image51.png"/><Relationship Id="rId7" Type="http://schemas.openxmlformats.org/officeDocument/2006/relationships/image" Target="../media/image55.png"/><Relationship Id="rId12" Type="http://schemas.openxmlformats.org/officeDocument/2006/relationships/image" Target="../media/image60.png"/><Relationship Id="rId2" Type="http://schemas.openxmlformats.org/officeDocument/2006/relationships/notesSlide" Target="../notesSlides/notesSlide13.xml"/><Relationship Id="rId16" Type="http://schemas.openxmlformats.org/officeDocument/2006/relationships/image" Target="../media/image64.png"/><Relationship Id="rId1" Type="http://schemas.openxmlformats.org/officeDocument/2006/relationships/slideLayout" Target="../slideLayouts/slideLayout1.xml"/><Relationship Id="rId6" Type="http://schemas.openxmlformats.org/officeDocument/2006/relationships/image" Target="../media/image54.png"/><Relationship Id="rId11" Type="http://schemas.openxmlformats.org/officeDocument/2006/relationships/image" Target="../media/image59.png"/><Relationship Id="rId5" Type="http://schemas.openxmlformats.org/officeDocument/2006/relationships/image" Target="../media/image53.png"/><Relationship Id="rId15" Type="http://schemas.openxmlformats.org/officeDocument/2006/relationships/image" Target="../media/image63.png"/><Relationship Id="rId10" Type="http://schemas.openxmlformats.org/officeDocument/2006/relationships/image" Target="../media/image58.png"/><Relationship Id="rId4" Type="http://schemas.openxmlformats.org/officeDocument/2006/relationships/image" Target="../media/image52.png"/><Relationship Id="rId9" Type="http://schemas.openxmlformats.org/officeDocument/2006/relationships/image" Target="../media/image57.png"/><Relationship Id="rId14" Type="http://schemas.openxmlformats.org/officeDocument/2006/relationships/image" Target="../media/image62.png"/></Relationships>
</file>

<file path=ppt/slides/_rels/slide1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image" Target="../media/image76.png"/><Relationship Id="rId18" Type="http://schemas.openxmlformats.org/officeDocument/2006/relationships/image" Target="../media/image81.png"/><Relationship Id="rId3" Type="http://schemas.openxmlformats.org/officeDocument/2006/relationships/image" Target="../media/image66.png"/><Relationship Id="rId21" Type="http://schemas.openxmlformats.org/officeDocument/2006/relationships/image" Target="../media/image84.png"/><Relationship Id="rId7" Type="http://schemas.openxmlformats.org/officeDocument/2006/relationships/image" Target="../media/image70.png"/><Relationship Id="rId12" Type="http://schemas.openxmlformats.org/officeDocument/2006/relationships/image" Target="../media/image75.png"/><Relationship Id="rId17" Type="http://schemas.openxmlformats.org/officeDocument/2006/relationships/image" Target="../media/image80.png"/><Relationship Id="rId2" Type="http://schemas.openxmlformats.org/officeDocument/2006/relationships/notesSlide" Target="../notesSlides/notesSlide15.xml"/><Relationship Id="rId16" Type="http://schemas.openxmlformats.org/officeDocument/2006/relationships/image" Target="../media/image79.png"/><Relationship Id="rId20" Type="http://schemas.openxmlformats.org/officeDocument/2006/relationships/image" Target="../media/image83.png"/><Relationship Id="rId1" Type="http://schemas.openxmlformats.org/officeDocument/2006/relationships/slideLayout" Target="../slideLayouts/slideLayout1.xml"/><Relationship Id="rId6" Type="http://schemas.openxmlformats.org/officeDocument/2006/relationships/image" Target="../media/image69.png"/><Relationship Id="rId11" Type="http://schemas.openxmlformats.org/officeDocument/2006/relationships/image" Target="../media/image74.png"/><Relationship Id="rId5" Type="http://schemas.openxmlformats.org/officeDocument/2006/relationships/image" Target="../media/image68.png"/><Relationship Id="rId15" Type="http://schemas.openxmlformats.org/officeDocument/2006/relationships/image" Target="../media/image78.png"/><Relationship Id="rId10" Type="http://schemas.openxmlformats.org/officeDocument/2006/relationships/image" Target="../media/image73.png"/><Relationship Id="rId19" Type="http://schemas.openxmlformats.org/officeDocument/2006/relationships/image" Target="../media/image82.png"/><Relationship Id="rId4" Type="http://schemas.openxmlformats.org/officeDocument/2006/relationships/image" Target="../media/image67.png"/><Relationship Id="rId9" Type="http://schemas.openxmlformats.org/officeDocument/2006/relationships/image" Target="../media/image72.png"/><Relationship Id="rId14" Type="http://schemas.openxmlformats.org/officeDocument/2006/relationships/image" Target="../media/image77.png"/></Relationships>
</file>

<file path=ppt/slides/_rels/slide16.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95.png"/><Relationship Id="rId18" Type="http://schemas.openxmlformats.org/officeDocument/2006/relationships/image" Target="../media/image100.png"/><Relationship Id="rId26" Type="http://schemas.openxmlformats.org/officeDocument/2006/relationships/image" Target="../media/image108.png"/><Relationship Id="rId3" Type="http://schemas.openxmlformats.org/officeDocument/2006/relationships/image" Target="../media/image85.png"/><Relationship Id="rId21" Type="http://schemas.openxmlformats.org/officeDocument/2006/relationships/image" Target="../media/image103.png"/><Relationship Id="rId7" Type="http://schemas.openxmlformats.org/officeDocument/2006/relationships/image" Target="../media/image89.png"/><Relationship Id="rId12" Type="http://schemas.openxmlformats.org/officeDocument/2006/relationships/image" Target="../media/image94.png"/><Relationship Id="rId17" Type="http://schemas.openxmlformats.org/officeDocument/2006/relationships/image" Target="../media/image99.png"/><Relationship Id="rId25" Type="http://schemas.openxmlformats.org/officeDocument/2006/relationships/image" Target="../media/image107.png"/><Relationship Id="rId2" Type="http://schemas.openxmlformats.org/officeDocument/2006/relationships/notesSlide" Target="../notesSlides/notesSlide16.xml"/><Relationship Id="rId16" Type="http://schemas.openxmlformats.org/officeDocument/2006/relationships/image" Target="../media/image98.png"/><Relationship Id="rId20" Type="http://schemas.openxmlformats.org/officeDocument/2006/relationships/image" Target="../media/image102.png"/><Relationship Id="rId1" Type="http://schemas.openxmlformats.org/officeDocument/2006/relationships/slideLayout" Target="../slideLayouts/slideLayout1.xml"/><Relationship Id="rId6" Type="http://schemas.openxmlformats.org/officeDocument/2006/relationships/image" Target="../media/image88.png"/><Relationship Id="rId11" Type="http://schemas.openxmlformats.org/officeDocument/2006/relationships/image" Target="../media/image93.png"/><Relationship Id="rId24" Type="http://schemas.openxmlformats.org/officeDocument/2006/relationships/image" Target="../media/image106.png"/><Relationship Id="rId5" Type="http://schemas.openxmlformats.org/officeDocument/2006/relationships/image" Target="../media/image87.png"/><Relationship Id="rId15" Type="http://schemas.openxmlformats.org/officeDocument/2006/relationships/image" Target="../media/image97.png"/><Relationship Id="rId23" Type="http://schemas.openxmlformats.org/officeDocument/2006/relationships/image" Target="../media/image105.png"/><Relationship Id="rId10" Type="http://schemas.openxmlformats.org/officeDocument/2006/relationships/image" Target="../media/image92.png"/><Relationship Id="rId19" Type="http://schemas.openxmlformats.org/officeDocument/2006/relationships/image" Target="../media/image101.png"/><Relationship Id="rId4" Type="http://schemas.openxmlformats.org/officeDocument/2006/relationships/image" Target="../media/image86.png"/><Relationship Id="rId9" Type="http://schemas.openxmlformats.org/officeDocument/2006/relationships/image" Target="../media/image91.png"/><Relationship Id="rId14" Type="http://schemas.openxmlformats.org/officeDocument/2006/relationships/image" Target="../media/image96.png"/><Relationship Id="rId22" Type="http://schemas.openxmlformats.org/officeDocument/2006/relationships/image" Target="../media/image104.png"/></Relationships>
</file>

<file path=ppt/slides/_rels/slide17.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233"/>
        </a:solidFill>
        <a:effectLst/>
      </p:bgPr>
    </p:bg>
    <p:spTree>
      <p:nvGrpSpPr>
        <p:cNvPr id="1" name="Shape 64"/>
        <p:cNvGrpSpPr/>
        <p:nvPr/>
      </p:nvGrpSpPr>
      <p:grpSpPr>
        <a:xfrm>
          <a:off x="0" y="0"/>
          <a:ext cx="0" cy="0"/>
          <a:chOff x="0" y="0"/>
          <a:chExt cx="0" cy="0"/>
        </a:xfrm>
      </p:grpSpPr>
      <p:sp>
        <p:nvSpPr>
          <p:cNvPr id="65" name="Google Shape;65;p16"/>
          <p:cNvSpPr/>
          <p:nvPr/>
        </p:nvSpPr>
        <p:spPr>
          <a:xfrm>
            <a:off x="0" y="2606040"/>
            <a:ext cx="12161520" cy="1371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9600"/>
              <a:buFont typeface="Georgia"/>
              <a:buNone/>
            </a:pPr>
            <a:r>
              <a:rPr lang="en-US" sz="10500" b="1" i="1" u="none" strike="noStrike" cap="none">
                <a:solidFill>
                  <a:srgbClr val="FFFFFF"/>
                </a:solidFill>
                <a:latin typeface="Georgia"/>
                <a:ea typeface="Georgia"/>
                <a:cs typeface="Georgia"/>
                <a:sym typeface="Georgia"/>
              </a:rPr>
              <a:t>Movi</a:t>
            </a:r>
            <a:r>
              <a:rPr lang="en-US" sz="10500" b="1" i="1" u="none" strike="noStrike" cap="none">
                <a:solidFill>
                  <a:srgbClr val="35C2E8"/>
                </a:solidFill>
                <a:latin typeface="Georgia"/>
                <a:ea typeface="Georgia"/>
                <a:cs typeface="Georgia"/>
                <a:sym typeface="Georgia"/>
              </a:rPr>
              <a:t>Bot</a:t>
            </a:r>
            <a:endParaRPr sz="10500" b="0" i="0" u="none" strike="noStrike" cap="none">
              <a:solidFill>
                <a:schemeClr val="dk1"/>
              </a:solidFill>
              <a:latin typeface="Calibri"/>
              <a:ea typeface="Calibri"/>
              <a:cs typeface="Calibri"/>
              <a:sym typeface="Calibri"/>
            </a:endParaRPr>
          </a:p>
        </p:txBody>
      </p:sp>
      <p:sp>
        <p:nvSpPr>
          <p:cNvPr id="66" name="Google Shape;66;p16"/>
          <p:cNvSpPr/>
          <p:nvPr/>
        </p:nvSpPr>
        <p:spPr>
          <a:xfrm>
            <a:off x="0" y="5098583"/>
            <a:ext cx="12161400" cy="3657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8A90A0"/>
              </a:buClr>
              <a:buSzPts val="1300"/>
              <a:buFont typeface="Arial"/>
              <a:buNone/>
            </a:pPr>
            <a:r>
              <a:rPr lang="en-US" sz="2900">
                <a:solidFill>
                  <a:srgbClr val="8A90A0"/>
                </a:solidFill>
              </a:rPr>
              <a:t>Yair Zack    Alan Arazi    Andrei Nekliudov </a:t>
            </a:r>
            <a:endParaRPr sz="29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F3F4"/>
        </a:solidFill>
        <a:effectLst/>
      </p:bgPr>
    </p:bg>
    <p:spTree>
      <p:nvGrpSpPr>
        <p:cNvPr id="1" name="Shape 71"/>
        <p:cNvGrpSpPr/>
        <p:nvPr/>
      </p:nvGrpSpPr>
      <p:grpSpPr>
        <a:xfrm>
          <a:off x="0" y="0"/>
          <a:ext cx="0" cy="0"/>
          <a:chOff x="0" y="0"/>
          <a:chExt cx="0" cy="0"/>
        </a:xfrm>
      </p:grpSpPr>
      <p:pic>
        <p:nvPicPr>
          <p:cNvPr id="72" name="Google Shape;72;p17" descr="assets/girl_elsa.png"/>
          <p:cNvPicPr preferRelativeResize="0"/>
          <p:nvPr/>
        </p:nvPicPr>
        <p:blipFill rotWithShape="1">
          <a:blip r:embed="rId3">
            <a:alphaModFix/>
          </a:blip>
          <a:srcRect/>
          <a:stretch/>
        </p:blipFill>
        <p:spPr>
          <a:xfrm>
            <a:off x="769428" y="660973"/>
            <a:ext cx="5190245" cy="5846524"/>
          </a:xfrm>
          <a:prstGeom prst="rect">
            <a:avLst/>
          </a:prstGeom>
          <a:noFill/>
          <a:ln>
            <a:noFill/>
          </a:ln>
        </p:spPr>
      </p:pic>
      <p:pic>
        <p:nvPicPr>
          <p:cNvPr id="73" name="Google Shape;73;p17" descr="assets/girl_lego.png"/>
          <p:cNvPicPr preferRelativeResize="0"/>
          <p:nvPr/>
        </p:nvPicPr>
        <p:blipFill rotWithShape="1">
          <a:blip r:embed="rId4">
            <a:alphaModFix/>
          </a:blip>
          <a:srcRect/>
          <a:stretch/>
        </p:blipFill>
        <p:spPr>
          <a:xfrm>
            <a:off x="6445277" y="660978"/>
            <a:ext cx="4832325" cy="58465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pic>
        <p:nvPicPr>
          <p:cNvPr id="79" name="Google Shape;79;p18"/>
          <p:cNvPicPr preferRelativeResize="0"/>
          <p:nvPr/>
        </p:nvPicPr>
        <p:blipFill>
          <a:blip r:embed="rId3">
            <a:alphaModFix/>
          </a:blip>
          <a:stretch>
            <a:fillRect/>
          </a:stretch>
        </p:blipFill>
        <p:spPr>
          <a:xfrm>
            <a:off x="2090325" y="0"/>
            <a:ext cx="8994581" cy="6858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9"/>
          <p:cNvPicPr preferRelativeResize="0"/>
          <p:nvPr/>
        </p:nvPicPr>
        <p:blipFill>
          <a:blip r:embed="rId3">
            <a:alphaModFix/>
          </a:blip>
          <a:stretch>
            <a:fillRect/>
          </a:stretch>
        </p:blipFill>
        <p:spPr>
          <a:xfrm>
            <a:off x="385167" y="-23991"/>
            <a:ext cx="11273434" cy="696596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F3F4"/>
        </a:solidFill>
        <a:effectLst/>
      </p:bgPr>
    </p:bg>
    <p:spTree>
      <p:nvGrpSpPr>
        <p:cNvPr id="1" name="Shape 89"/>
        <p:cNvGrpSpPr/>
        <p:nvPr/>
      </p:nvGrpSpPr>
      <p:grpSpPr>
        <a:xfrm>
          <a:off x="0" y="0"/>
          <a:ext cx="0" cy="0"/>
          <a:chOff x="0" y="0"/>
          <a:chExt cx="0" cy="0"/>
        </a:xfrm>
      </p:grpSpPr>
      <p:sp>
        <p:nvSpPr>
          <p:cNvPr id="90" name="Google Shape;90;p20"/>
          <p:cNvSpPr/>
          <p:nvPr/>
        </p:nvSpPr>
        <p:spPr>
          <a:xfrm>
            <a:off x="640080" y="731520"/>
            <a:ext cx="10972800" cy="685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02124"/>
              </a:buClr>
              <a:buSzPts val="3000"/>
              <a:buFont typeface="Arial"/>
              <a:buNone/>
            </a:pPr>
            <a:r>
              <a:rPr lang="en-US" sz="3000" b="1" i="0" u="none" strike="noStrike" cap="none">
                <a:solidFill>
                  <a:srgbClr val="202124"/>
                </a:solidFill>
                <a:latin typeface="Arial"/>
                <a:ea typeface="Arial"/>
                <a:cs typeface="Arial"/>
                <a:sym typeface="Arial"/>
              </a:rPr>
              <a:t>It started with a simple request</a:t>
            </a:r>
            <a:r>
              <a:rPr lang="en-US" sz="3000" b="1">
                <a:solidFill>
                  <a:srgbClr val="202124"/>
                </a:solidFill>
              </a:rPr>
              <a:t>…</a:t>
            </a:r>
            <a:endParaRPr sz="3000" b="0" i="0" u="none" strike="noStrike" cap="none">
              <a:solidFill>
                <a:schemeClr val="dk1"/>
              </a:solidFill>
              <a:latin typeface="Calibri"/>
              <a:ea typeface="Calibri"/>
              <a:cs typeface="Calibri"/>
              <a:sym typeface="Calibri"/>
            </a:endParaRPr>
          </a:p>
        </p:txBody>
      </p:sp>
      <p:grpSp>
        <p:nvGrpSpPr>
          <p:cNvPr id="91" name="Google Shape;91;p20"/>
          <p:cNvGrpSpPr/>
          <p:nvPr/>
        </p:nvGrpSpPr>
        <p:grpSpPr>
          <a:xfrm>
            <a:off x="640080" y="1538645"/>
            <a:ext cx="5439526" cy="1980113"/>
            <a:chOff x="640075" y="2856697"/>
            <a:chExt cx="4892100" cy="1879200"/>
          </a:xfrm>
        </p:grpSpPr>
        <p:sp>
          <p:nvSpPr>
            <p:cNvPr id="92" name="Google Shape;92;p20"/>
            <p:cNvSpPr/>
            <p:nvPr/>
          </p:nvSpPr>
          <p:spPr>
            <a:xfrm>
              <a:off x="640075" y="2856697"/>
              <a:ext cx="4892100" cy="1879200"/>
            </a:xfrm>
            <a:prstGeom prst="roundRect">
              <a:avLst>
                <a:gd name="adj" fmla="val 2222"/>
              </a:avLst>
            </a:prstGeom>
            <a:solidFill>
              <a:srgbClr val="FFFFFF"/>
            </a:solidFill>
            <a:ln w="13375" cap="flat" cmpd="sng">
              <a:solidFill>
                <a:srgbClr val="E1E4E8"/>
              </a:solidFill>
              <a:prstDash val="solid"/>
              <a:round/>
              <a:headEnd type="none" w="sm" len="sm"/>
              <a:tailEnd type="none" w="sm" len="sm"/>
            </a:ln>
            <a:effectLst>
              <a:outerShdw blurRad="120440" dist="40147" dir="5400000" algn="bl" rotWithShape="0">
                <a:srgbClr val="9AA0A6">
                  <a:alpha val="14117"/>
                </a:srgbClr>
              </a:outerShdw>
            </a:effectLst>
          </p:spPr>
          <p:txBody>
            <a:bodyPr spcFirstLastPara="1" wrap="square" lIns="96325" tIns="96325" rIns="96325" bIns="96325" anchor="ctr" anchorCtr="0">
              <a:noAutofit/>
            </a:bodyPr>
            <a:lstStyle/>
            <a:p>
              <a:pPr marL="0" lvl="0" indent="0" algn="l" rtl="0">
                <a:spcBef>
                  <a:spcPts val="0"/>
                </a:spcBef>
                <a:spcAft>
                  <a:spcPts val="0"/>
                </a:spcAft>
                <a:buNone/>
              </a:pPr>
              <a:endParaRPr sz="1475"/>
            </a:p>
          </p:txBody>
        </p:sp>
        <p:sp>
          <p:nvSpPr>
            <p:cNvPr id="93" name="Google Shape;93;p20"/>
            <p:cNvSpPr/>
            <p:nvPr/>
          </p:nvSpPr>
          <p:spPr>
            <a:xfrm>
              <a:off x="960120" y="3252116"/>
              <a:ext cx="4297800" cy="1005900"/>
            </a:xfrm>
            <a:prstGeom prst="rect">
              <a:avLst/>
            </a:prstGeom>
            <a:noFill/>
            <a:ln>
              <a:noFill/>
            </a:ln>
          </p:spPr>
          <p:txBody>
            <a:bodyPr spcFirstLastPara="1" wrap="square" lIns="96325" tIns="48150" rIns="96325" bIns="48150" anchor="ctr" anchorCtr="0">
              <a:noAutofit/>
            </a:bodyPr>
            <a:lstStyle/>
            <a:p>
              <a:pPr marL="0" marR="0" lvl="0" indent="0" algn="l" rtl="0">
                <a:lnSpc>
                  <a:spcPct val="110000"/>
                </a:lnSpc>
                <a:spcBef>
                  <a:spcPts val="0"/>
                </a:spcBef>
                <a:spcAft>
                  <a:spcPts val="0"/>
                </a:spcAft>
                <a:buClr>
                  <a:srgbClr val="202124"/>
                </a:buClr>
                <a:buSzPts val="2213"/>
                <a:buFont typeface="Georgia"/>
                <a:buNone/>
              </a:pPr>
              <a:r>
                <a:rPr lang="en-US" sz="2213" b="1" i="0" u="none" strike="noStrike" cap="none">
                  <a:solidFill>
                    <a:srgbClr val="202124"/>
                  </a:solidFill>
                  <a:latin typeface="Georgia"/>
                  <a:ea typeface="Georgia"/>
                  <a:cs typeface="Georgia"/>
                  <a:sym typeface="Georgia"/>
                </a:rPr>
                <a:t>A parent. A movie night.</a:t>
              </a:r>
              <a:endParaRPr sz="2213" b="0" i="0" u="none" strike="noStrike" cap="none">
                <a:solidFill>
                  <a:schemeClr val="dk1"/>
                </a:solidFill>
                <a:latin typeface="Calibri"/>
                <a:ea typeface="Calibri"/>
                <a:cs typeface="Calibri"/>
                <a:sym typeface="Calibri"/>
              </a:endParaRPr>
            </a:p>
            <a:p>
              <a:pPr marL="0" marR="0" lvl="0" indent="0" algn="l" rtl="0">
                <a:lnSpc>
                  <a:spcPct val="110000"/>
                </a:lnSpc>
                <a:spcBef>
                  <a:spcPts val="0"/>
                </a:spcBef>
                <a:spcAft>
                  <a:spcPts val="0"/>
                </a:spcAft>
                <a:buClr>
                  <a:srgbClr val="202124"/>
                </a:buClr>
                <a:buSzPts val="2213"/>
                <a:buFont typeface="Georgia"/>
                <a:buNone/>
              </a:pPr>
              <a:r>
                <a:rPr lang="en-US" sz="2213" b="1" i="0" u="none" strike="noStrike" cap="none">
                  <a:solidFill>
                    <a:srgbClr val="202124"/>
                  </a:solidFill>
                  <a:latin typeface="Georgia"/>
                  <a:ea typeface="Georgia"/>
                  <a:cs typeface="Georgia"/>
                  <a:sym typeface="Georgia"/>
                </a:rPr>
                <a:t>A 3-year-old who loves animals.</a:t>
              </a:r>
              <a:endParaRPr sz="2213" b="0" i="0" u="none" strike="noStrike" cap="none">
                <a:solidFill>
                  <a:schemeClr val="dk1"/>
                </a:solidFill>
                <a:latin typeface="Calibri"/>
                <a:ea typeface="Calibri"/>
                <a:cs typeface="Calibri"/>
                <a:sym typeface="Calibri"/>
              </a:endParaRPr>
            </a:p>
          </p:txBody>
        </p:sp>
      </p:grpSp>
      <p:grpSp>
        <p:nvGrpSpPr>
          <p:cNvPr id="94" name="Google Shape;94;p20"/>
          <p:cNvGrpSpPr/>
          <p:nvPr/>
        </p:nvGrpSpPr>
        <p:grpSpPr>
          <a:xfrm>
            <a:off x="1776634" y="3518906"/>
            <a:ext cx="10415902" cy="3339317"/>
            <a:chOff x="5417900" y="4258034"/>
            <a:chExt cx="5734050" cy="1838325"/>
          </a:xfrm>
        </p:grpSpPr>
        <p:pic>
          <p:nvPicPr>
            <p:cNvPr id="95" name="Google Shape;95;p20"/>
            <p:cNvPicPr preferRelativeResize="0"/>
            <p:nvPr/>
          </p:nvPicPr>
          <p:blipFill>
            <a:blip r:embed="rId3">
              <a:alphaModFix/>
            </a:blip>
            <a:stretch>
              <a:fillRect/>
            </a:stretch>
          </p:blipFill>
          <p:spPr>
            <a:xfrm>
              <a:off x="5417900" y="4258034"/>
              <a:ext cx="5734050" cy="1838325"/>
            </a:xfrm>
            <a:prstGeom prst="rect">
              <a:avLst/>
            </a:prstGeom>
            <a:noFill/>
            <a:ln>
              <a:noFill/>
            </a:ln>
          </p:spPr>
        </p:pic>
        <p:sp>
          <p:nvSpPr>
            <p:cNvPr id="96" name="Google Shape;96;p20"/>
            <p:cNvSpPr/>
            <p:nvPr/>
          </p:nvSpPr>
          <p:spPr>
            <a:xfrm>
              <a:off x="5838875" y="5112950"/>
              <a:ext cx="4892100" cy="528900"/>
            </a:xfrm>
            <a:prstGeom prst="rect">
              <a:avLst/>
            </a:prstGeom>
            <a:noFill/>
            <a:ln w="51875" cap="flat" cmpd="sng">
              <a:solidFill>
                <a:srgbClr val="FF0000"/>
              </a:solidFill>
              <a:prstDash val="solid"/>
              <a:round/>
              <a:headEnd type="none" w="sm" len="sm"/>
              <a:tailEnd type="none" w="sm" len="sm"/>
            </a:ln>
          </p:spPr>
          <p:txBody>
            <a:bodyPr spcFirstLastPara="1" wrap="square" lIns="166075" tIns="166075" rIns="166075" bIns="166075" anchor="ctr" anchorCtr="0">
              <a:noAutofit/>
            </a:bodyPr>
            <a:lstStyle/>
            <a:p>
              <a:pPr marL="0" lvl="0" indent="0" algn="ctr" rtl="0">
                <a:spcBef>
                  <a:spcPts val="0"/>
                </a:spcBef>
                <a:spcAft>
                  <a:spcPts val="0"/>
                </a:spcAft>
                <a:buNone/>
              </a:pPr>
              <a:endParaRPr sz="2543"/>
            </a:p>
          </p:txBody>
        </p:sp>
      </p:grpSp>
      <p:pic>
        <p:nvPicPr>
          <p:cNvPr id="97" name="Google Shape;97;p20"/>
          <p:cNvPicPr preferRelativeResize="0"/>
          <p:nvPr/>
        </p:nvPicPr>
        <p:blipFill>
          <a:blip r:embed="rId4">
            <a:alphaModFix/>
          </a:blip>
          <a:stretch>
            <a:fillRect/>
          </a:stretch>
        </p:blipFill>
        <p:spPr>
          <a:xfrm>
            <a:off x="8238481" y="1105545"/>
            <a:ext cx="3887597" cy="212632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F3F4"/>
        </a:solidFill>
        <a:effectLst/>
      </p:bgPr>
    </p:bg>
    <p:spTree>
      <p:nvGrpSpPr>
        <p:cNvPr id="1" name="Shape 102"/>
        <p:cNvGrpSpPr/>
        <p:nvPr/>
      </p:nvGrpSpPr>
      <p:grpSpPr>
        <a:xfrm>
          <a:off x="0" y="0"/>
          <a:ext cx="0" cy="0"/>
          <a:chOff x="0" y="0"/>
          <a:chExt cx="0" cy="0"/>
        </a:xfrm>
      </p:grpSpPr>
      <p:sp>
        <p:nvSpPr>
          <p:cNvPr id="103" name="Google Shape;103;p21"/>
          <p:cNvSpPr/>
          <p:nvPr/>
        </p:nvSpPr>
        <p:spPr>
          <a:xfrm>
            <a:off x="640080" y="731520"/>
            <a:ext cx="10972800" cy="685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02124"/>
              </a:buClr>
              <a:buSzPts val="3000"/>
              <a:buFont typeface="Arial"/>
              <a:buNone/>
            </a:pPr>
            <a:r>
              <a:rPr lang="en-US" sz="3000" b="1">
                <a:solidFill>
                  <a:srgbClr val="202124"/>
                </a:solidFill>
              </a:rPr>
              <a:t>…b</a:t>
            </a:r>
            <a:r>
              <a:rPr lang="en-US" sz="3000" b="1" i="0" u="none" strike="noStrike" cap="none">
                <a:solidFill>
                  <a:srgbClr val="202124"/>
                </a:solidFill>
                <a:latin typeface="Arial"/>
                <a:ea typeface="Arial"/>
                <a:cs typeface="Arial"/>
                <a:sym typeface="Arial"/>
              </a:rPr>
              <a:t>ut the chatbot </a:t>
            </a:r>
            <a:r>
              <a:rPr lang="en-US" sz="3000" b="1">
                <a:solidFill>
                  <a:srgbClr val="202124"/>
                </a:solidFill>
              </a:rPr>
              <a:t>let us down</a:t>
            </a:r>
            <a:endParaRPr sz="3000" b="0" i="0" u="none" strike="noStrike" cap="none">
              <a:solidFill>
                <a:schemeClr val="dk1"/>
              </a:solidFill>
              <a:latin typeface="Calibri"/>
              <a:ea typeface="Calibri"/>
              <a:cs typeface="Calibri"/>
              <a:sym typeface="Calibri"/>
            </a:endParaRPr>
          </a:p>
        </p:txBody>
      </p:sp>
      <p:pic>
        <p:nvPicPr>
          <p:cNvPr id="104" name="Google Shape;104;p21" descr="assets/gemini_list.png"/>
          <p:cNvPicPr preferRelativeResize="0"/>
          <p:nvPr/>
        </p:nvPicPr>
        <p:blipFill rotWithShape="1">
          <a:blip r:embed="rId3">
            <a:alphaModFix/>
          </a:blip>
          <a:srcRect t="39348" b="14797"/>
          <a:stretch/>
        </p:blipFill>
        <p:spPr>
          <a:xfrm>
            <a:off x="0" y="1502301"/>
            <a:ext cx="6454828" cy="2926974"/>
          </a:xfrm>
          <a:prstGeom prst="rect">
            <a:avLst/>
          </a:prstGeom>
          <a:noFill/>
          <a:ln>
            <a:noFill/>
          </a:ln>
        </p:spPr>
      </p:pic>
      <p:pic>
        <p:nvPicPr>
          <p:cNvPr id="105" name="Google Shape;105;p21" descr="assets/gemini_more.png"/>
          <p:cNvPicPr preferRelativeResize="0"/>
          <p:nvPr/>
        </p:nvPicPr>
        <p:blipFill rotWithShape="1">
          <a:blip r:embed="rId4">
            <a:alphaModFix/>
          </a:blip>
          <a:srcRect l="5962" t="7772" b="32537"/>
          <a:stretch/>
        </p:blipFill>
        <p:spPr>
          <a:xfrm>
            <a:off x="6121825" y="3450100"/>
            <a:ext cx="6070174" cy="3407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F3F4"/>
        </a:solidFill>
        <a:effectLst/>
      </p:bgPr>
    </p:bg>
    <p:spTree>
      <p:nvGrpSpPr>
        <p:cNvPr id="1" name="Shape 110"/>
        <p:cNvGrpSpPr/>
        <p:nvPr/>
      </p:nvGrpSpPr>
      <p:grpSpPr>
        <a:xfrm>
          <a:off x="0" y="0"/>
          <a:ext cx="0" cy="0"/>
          <a:chOff x="0" y="0"/>
          <a:chExt cx="0" cy="0"/>
        </a:xfrm>
      </p:grpSpPr>
      <p:sp>
        <p:nvSpPr>
          <p:cNvPr id="111" name="Google Shape;111;p22"/>
          <p:cNvSpPr/>
          <p:nvPr/>
        </p:nvSpPr>
        <p:spPr>
          <a:xfrm>
            <a:off x="640080" y="731520"/>
            <a:ext cx="10972800" cy="685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202124"/>
              </a:buClr>
              <a:buSzPts val="3000"/>
              <a:buFont typeface="Arial"/>
              <a:buNone/>
            </a:pPr>
            <a:r>
              <a:rPr lang="en-US" sz="3000" b="1">
                <a:solidFill>
                  <a:srgbClr val="202124"/>
                </a:solidFill>
              </a:rPr>
              <a:t>Let’s build our own solution!</a:t>
            </a:r>
            <a:endParaRPr sz="3000" b="1">
              <a:solidFill>
                <a:srgbClr val="202124"/>
              </a:solidFill>
            </a:endParaRPr>
          </a:p>
        </p:txBody>
      </p:sp>
      <p:pic>
        <p:nvPicPr>
          <p:cNvPr id="112" name="Google Shape;112;p22"/>
          <p:cNvPicPr preferRelativeResize="0"/>
          <p:nvPr/>
        </p:nvPicPr>
        <p:blipFill rotWithShape="1">
          <a:blip r:embed="rId3">
            <a:alphaModFix/>
          </a:blip>
          <a:srcRect l="6709" t="43108" r="21079" b="12628"/>
          <a:stretch/>
        </p:blipFill>
        <p:spPr>
          <a:xfrm>
            <a:off x="64175" y="2597285"/>
            <a:ext cx="6494400" cy="2883000"/>
          </a:xfrm>
          <a:prstGeom prst="rect">
            <a:avLst/>
          </a:prstGeom>
          <a:noFill/>
          <a:ln>
            <a:noFill/>
          </a:ln>
        </p:spPr>
      </p:pic>
      <p:pic>
        <p:nvPicPr>
          <p:cNvPr id="113" name="Google Shape;113;p22"/>
          <p:cNvPicPr preferRelativeResize="0"/>
          <p:nvPr/>
        </p:nvPicPr>
        <p:blipFill>
          <a:blip r:embed="rId4">
            <a:alphaModFix/>
          </a:blip>
          <a:stretch>
            <a:fillRect/>
          </a:stretch>
        </p:blipFill>
        <p:spPr>
          <a:xfrm>
            <a:off x="6919250" y="2520750"/>
            <a:ext cx="5165599" cy="33390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F3F4"/>
        </a:solidFill>
        <a:effectLst/>
      </p:bgPr>
    </p:bg>
    <p:spTree>
      <p:nvGrpSpPr>
        <p:cNvPr id="1" name="Shape 118"/>
        <p:cNvGrpSpPr/>
        <p:nvPr/>
      </p:nvGrpSpPr>
      <p:grpSpPr>
        <a:xfrm>
          <a:off x="0" y="0"/>
          <a:ext cx="0" cy="0"/>
          <a:chOff x="0" y="0"/>
          <a:chExt cx="0" cy="0"/>
        </a:xfrm>
      </p:grpSpPr>
      <p:sp>
        <p:nvSpPr>
          <p:cNvPr id="119" name="Google Shape;119;p23"/>
          <p:cNvSpPr/>
          <p:nvPr/>
        </p:nvSpPr>
        <p:spPr>
          <a:xfrm>
            <a:off x="640080" y="731520"/>
            <a:ext cx="10972800" cy="685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202124"/>
              </a:buClr>
              <a:buSzPts val="3000"/>
              <a:buFont typeface="Arial"/>
              <a:buNone/>
            </a:pPr>
            <a:r>
              <a:rPr lang="en-US" sz="3000" b="1">
                <a:solidFill>
                  <a:srgbClr val="202124"/>
                </a:solidFill>
              </a:rPr>
              <a:t>Why can’t we use classic RAG system?</a:t>
            </a:r>
            <a:endParaRPr sz="3000" b="1">
              <a:solidFill>
                <a:srgbClr val="202124"/>
              </a:solidFill>
            </a:endParaRPr>
          </a:p>
        </p:txBody>
      </p:sp>
      <p:sp>
        <p:nvSpPr>
          <p:cNvPr id="120" name="Google Shape;120;p23"/>
          <p:cNvSpPr txBox="1"/>
          <p:nvPr/>
        </p:nvSpPr>
        <p:spPr>
          <a:xfrm>
            <a:off x="640075" y="2547750"/>
            <a:ext cx="10972800" cy="445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t>🧩 </a:t>
            </a:r>
            <a:r>
              <a:rPr lang="en-US" sz="2400" b="1"/>
              <a:t>Multiple Constraints</a:t>
            </a:r>
            <a:r>
              <a:rPr lang="en-US" sz="2400"/>
              <a:t>: strict filters and fuzzy semantics.</a:t>
            </a:r>
            <a:endParaRPr sz="2400"/>
          </a:p>
          <a:p>
            <a:pPr marL="457200" lvl="0" indent="0" algn="l" rtl="0">
              <a:spcBef>
                <a:spcPts val="0"/>
              </a:spcBef>
              <a:spcAft>
                <a:spcPts val="0"/>
              </a:spcAft>
              <a:buNone/>
            </a:pPr>
            <a:endParaRPr sz="2400"/>
          </a:p>
          <a:p>
            <a:pPr marL="0" lvl="0" indent="0" algn="l" rtl="0">
              <a:spcBef>
                <a:spcPts val="0"/>
              </a:spcBef>
              <a:spcAft>
                <a:spcPts val="0"/>
              </a:spcAft>
              <a:buNone/>
            </a:pPr>
            <a:endParaRPr sz="2400"/>
          </a:p>
          <a:p>
            <a:pPr marL="0" lvl="0" indent="0" algn="l" rtl="0">
              <a:spcBef>
                <a:spcPts val="0"/>
              </a:spcBef>
              <a:spcAft>
                <a:spcPts val="0"/>
              </a:spcAft>
              <a:buNone/>
            </a:pPr>
            <a:r>
              <a:rPr lang="en-US" sz="2400" b="1"/>
              <a:t>🔢 Unknown </a:t>
            </a:r>
            <a:r>
              <a:rPr lang="en-US" sz="2400" b="1" i="1"/>
              <a:t>K</a:t>
            </a:r>
            <a:r>
              <a:rPr lang="en-US" sz="2400"/>
              <a:t>: fixed cutoff can’t guarantee exhaustive lists.</a:t>
            </a:r>
            <a:endParaRPr sz="2400"/>
          </a:p>
          <a:p>
            <a:pPr marL="0" lvl="0" indent="0" algn="l" rtl="0">
              <a:spcBef>
                <a:spcPts val="0"/>
              </a:spcBef>
              <a:spcAft>
                <a:spcPts val="0"/>
              </a:spcAft>
              <a:buNone/>
            </a:pPr>
            <a:endParaRPr sz="2400"/>
          </a:p>
          <a:p>
            <a:pPr marL="0" lvl="0" indent="0" algn="l" rtl="0">
              <a:spcBef>
                <a:spcPts val="0"/>
              </a:spcBef>
              <a:spcAft>
                <a:spcPts val="0"/>
              </a:spcAft>
              <a:buNone/>
            </a:pPr>
            <a:endParaRPr sz="2400"/>
          </a:p>
          <a:p>
            <a:pPr marL="0" lvl="0" indent="0" algn="l" rtl="0">
              <a:spcBef>
                <a:spcPts val="0"/>
              </a:spcBef>
              <a:spcAft>
                <a:spcPts val="0"/>
              </a:spcAft>
              <a:buNone/>
            </a:pPr>
            <a:r>
              <a:rPr lang="en-US" sz="2400" b="1"/>
              <a:t>🧠 Implicit Context</a:t>
            </a:r>
            <a:r>
              <a:rPr lang="en-US" sz="2400"/>
              <a:t>: might require advanced reasoning to answer.</a:t>
            </a:r>
            <a:endParaRPr sz="2400"/>
          </a:p>
        </p:txBody>
      </p:sp>
      <p:pic>
        <p:nvPicPr>
          <p:cNvPr id="121" name="Google Shape;121;p23"/>
          <p:cNvPicPr preferRelativeResize="0"/>
          <p:nvPr/>
        </p:nvPicPr>
        <p:blipFill>
          <a:blip r:embed="rId3">
            <a:alphaModFix/>
          </a:blip>
          <a:stretch>
            <a:fillRect/>
          </a:stretch>
        </p:blipFill>
        <p:spPr>
          <a:xfrm>
            <a:off x="8916850" y="137772"/>
            <a:ext cx="3275149" cy="24339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1F3F4"/>
        </a:solidFill>
        <a:effectLst/>
      </p:bgPr>
    </p:bg>
    <p:spTree>
      <p:nvGrpSpPr>
        <p:cNvPr id="1" name="Shape 126"/>
        <p:cNvGrpSpPr/>
        <p:nvPr/>
      </p:nvGrpSpPr>
      <p:grpSpPr>
        <a:xfrm>
          <a:off x="0" y="0"/>
          <a:ext cx="0" cy="0"/>
          <a:chOff x="0" y="0"/>
          <a:chExt cx="0" cy="0"/>
        </a:xfrm>
      </p:grpSpPr>
      <p:sp>
        <p:nvSpPr>
          <p:cNvPr id="127" name="Google Shape;127;p24"/>
          <p:cNvSpPr/>
          <p:nvPr/>
        </p:nvSpPr>
        <p:spPr>
          <a:xfrm>
            <a:off x="640080" y="731520"/>
            <a:ext cx="10972800" cy="685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02124"/>
              </a:buClr>
              <a:buSzPts val="3000"/>
              <a:buFont typeface="Arial"/>
              <a:buNone/>
            </a:pPr>
            <a:r>
              <a:rPr lang="en-US" sz="3000" b="1">
                <a:solidFill>
                  <a:srgbClr val="202124"/>
                </a:solidFill>
              </a:rPr>
              <a:t>Just make everything a filter!</a:t>
            </a:r>
            <a:endParaRPr sz="3000" b="0" i="0" u="none" strike="noStrike" cap="none">
              <a:solidFill>
                <a:schemeClr val="dk1"/>
              </a:solidFill>
              <a:latin typeface="Calibri"/>
              <a:ea typeface="Calibri"/>
              <a:cs typeface="Calibri"/>
              <a:sym typeface="Calibri"/>
            </a:endParaRPr>
          </a:p>
        </p:txBody>
      </p:sp>
      <p:sp>
        <p:nvSpPr>
          <p:cNvPr id="128" name="Google Shape;128;p24"/>
          <p:cNvSpPr/>
          <p:nvPr/>
        </p:nvSpPr>
        <p:spPr>
          <a:xfrm>
            <a:off x="640080" y="1874520"/>
            <a:ext cx="5074920" cy="4023360"/>
          </a:xfrm>
          <a:prstGeom prst="roundRect">
            <a:avLst>
              <a:gd name="adj" fmla="val 2273"/>
            </a:avLst>
          </a:prstGeom>
          <a:solidFill>
            <a:srgbClr val="FFFFFF"/>
          </a:solidFill>
          <a:ln w="12700" cap="flat" cmpd="sng">
            <a:solidFill>
              <a:srgbClr val="E1E4E8"/>
            </a:solidFill>
            <a:prstDash val="solid"/>
            <a:round/>
            <a:headEnd type="none" w="sm" len="sm"/>
            <a:tailEnd type="none" w="sm" len="sm"/>
          </a:ln>
          <a:effectLst>
            <a:outerShdw blurRad="114300" dist="38100" dir="5400000" algn="bl" rotWithShape="0">
              <a:srgbClr val="9AA0A6">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4"/>
          <p:cNvSpPr/>
          <p:nvPr/>
        </p:nvSpPr>
        <p:spPr>
          <a:xfrm>
            <a:off x="868680" y="2103120"/>
            <a:ext cx="640080" cy="640080"/>
          </a:xfrm>
          <a:prstGeom prst="ellipse">
            <a:avLst/>
          </a:prstGeom>
          <a:solidFill>
            <a:srgbClr val="5F6368"/>
          </a:solidFill>
          <a:ln>
            <a:noFill/>
          </a:ln>
          <a:effectLst>
            <a:outerShdw blurRad="76200" dist="25400" dir="5400000" algn="bl" rotWithShape="0">
              <a:srgbClr val="9AA0A6">
                <a:alpha val="1607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0" name="Google Shape;130;p24" descr="preencoded.png"/>
          <p:cNvPicPr preferRelativeResize="0"/>
          <p:nvPr/>
        </p:nvPicPr>
        <p:blipFill rotWithShape="1">
          <a:blip r:embed="rId3">
            <a:alphaModFix/>
          </a:blip>
          <a:srcRect/>
          <a:stretch/>
        </p:blipFill>
        <p:spPr>
          <a:xfrm>
            <a:off x="1024128" y="2258568"/>
            <a:ext cx="329184" cy="329184"/>
          </a:xfrm>
          <a:prstGeom prst="rect">
            <a:avLst/>
          </a:prstGeom>
          <a:noFill/>
          <a:ln>
            <a:noFill/>
          </a:ln>
        </p:spPr>
      </p:pic>
      <p:sp>
        <p:nvSpPr>
          <p:cNvPr id="131" name="Google Shape;131;p24"/>
          <p:cNvSpPr/>
          <p:nvPr/>
        </p:nvSpPr>
        <p:spPr>
          <a:xfrm>
            <a:off x="1645920" y="2148840"/>
            <a:ext cx="384048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02124"/>
              </a:buClr>
              <a:buSzPts val="1800"/>
              <a:buFont typeface="Georgia"/>
              <a:buNone/>
            </a:pPr>
            <a:r>
              <a:rPr lang="en-US" sz="1800" b="1" i="0" u="none" strike="noStrike" cap="none">
                <a:solidFill>
                  <a:srgbClr val="202124"/>
                </a:solidFill>
                <a:latin typeface="Georgia"/>
                <a:ea typeface="Georgia"/>
                <a:cs typeface="Georgia"/>
                <a:sym typeface="Georgia"/>
              </a:rPr>
              <a:t>In theory, sure —</a:t>
            </a:r>
            <a:endParaRPr sz="1800" b="0" i="0" u="none" strike="noStrike" cap="none">
              <a:solidFill>
                <a:schemeClr val="dk1"/>
              </a:solidFill>
              <a:latin typeface="Calibri"/>
              <a:ea typeface="Calibri"/>
              <a:cs typeface="Calibri"/>
              <a:sym typeface="Calibri"/>
            </a:endParaRPr>
          </a:p>
        </p:txBody>
      </p:sp>
      <p:sp>
        <p:nvSpPr>
          <p:cNvPr id="132" name="Google Shape;132;p24"/>
          <p:cNvSpPr/>
          <p:nvPr/>
        </p:nvSpPr>
        <p:spPr>
          <a:xfrm>
            <a:off x="960120" y="2880360"/>
            <a:ext cx="45720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F6368"/>
              </a:buClr>
              <a:buSzPts val="1500"/>
              <a:buFont typeface="Arial"/>
              <a:buNone/>
            </a:pPr>
            <a:r>
              <a:rPr lang="en-US" sz="1500" b="0" i="0" u="none" strike="noStrike" cap="none">
                <a:solidFill>
                  <a:srgbClr val="5F6368"/>
                </a:solidFill>
                <a:latin typeface="Arial"/>
                <a:ea typeface="Arial"/>
                <a:cs typeface="Arial"/>
                <a:sym typeface="Arial"/>
              </a:rPr>
              <a:t>add a </a:t>
            </a:r>
            <a:r>
              <a:rPr lang="en-US" sz="1500" b="1" i="0" u="none" strike="noStrike" cap="none">
                <a:solidFill>
                  <a:srgbClr val="12A398"/>
                </a:solidFill>
                <a:latin typeface="Arial"/>
                <a:ea typeface="Arial"/>
                <a:cs typeface="Arial"/>
                <a:sym typeface="Arial"/>
              </a:rPr>
              <a:t>“no deaths”</a:t>
            </a:r>
            <a:r>
              <a:rPr lang="en-US" sz="1500" b="0" i="0" u="none" strike="noStrike" cap="none">
                <a:solidFill>
                  <a:srgbClr val="5F6368"/>
                </a:solidFill>
                <a:latin typeface="Arial"/>
                <a:ea typeface="Arial"/>
                <a:cs typeface="Arial"/>
                <a:sym typeface="Arial"/>
              </a:rPr>
              <a:t> column and check the box.</a:t>
            </a:r>
            <a:endParaRPr sz="1500" b="0" i="0" u="none" strike="noStrike" cap="none">
              <a:solidFill>
                <a:schemeClr val="dk1"/>
              </a:solidFill>
              <a:latin typeface="Calibri"/>
              <a:ea typeface="Calibri"/>
              <a:cs typeface="Calibri"/>
              <a:sym typeface="Calibri"/>
            </a:endParaRPr>
          </a:p>
        </p:txBody>
      </p:sp>
      <p:sp>
        <p:nvSpPr>
          <p:cNvPr id="133" name="Google Shape;133;p24"/>
          <p:cNvSpPr/>
          <p:nvPr/>
        </p:nvSpPr>
        <p:spPr>
          <a:xfrm>
            <a:off x="1143000" y="3520440"/>
            <a:ext cx="274320" cy="274320"/>
          </a:xfrm>
          <a:prstGeom prst="roundRect">
            <a:avLst>
              <a:gd name="adj" fmla="val 13333"/>
            </a:avLst>
          </a:prstGeom>
          <a:solidFill>
            <a:srgbClr val="12A398"/>
          </a:solidFill>
          <a:ln w="19050" cap="flat" cmpd="sng">
            <a:solidFill>
              <a:srgbClr val="12A39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4"/>
          <p:cNvSpPr/>
          <p:nvPr/>
        </p:nvSpPr>
        <p:spPr>
          <a:xfrm>
            <a:off x="1143000" y="3502152"/>
            <a:ext cx="274320" cy="310896"/>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a:t>
            </a:r>
            <a:endParaRPr sz="1400" b="0" i="0" u="none" strike="noStrike" cap="none">
              <a:solidFill>
                <a:schemeClr val="dk1"/>
              </a:solidFill>
              <a:latin typeface="Calibri"/>
              <a:ea typeface="Calibri"/>
              <a:cs typeface="Calibri"/>
              <a:sym typeface="Calibri"/>
            </a:endParaRPr>
          </a:p>
        </p:txBody>
      </p:sp>
      <p:sp>
        <p:nvSpPr>
          <p:cNvPr id="135" name="Google Shape;135;p24"/>
          <p:cNvSpPr/>
          <p:nvPr/>
        </p:nvSpPr>
        <p:spPr>
          <a:xfrm>
            <a:off x="1554480" y="3483864"/>
            <a:ext cx="32004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02124"/>
              </a:buClr>
              <a:buSzPts val="1500"/>
              <a:buFont typeface="Arial"/>
              <a:buNone/>
            </a:pPr>
            <a:r>
              <a:rPr lang="en-US" sz="1500" b="0" i="0" u="none" strike="noStrike" cap="none">
                <a:solidFill>
                  <a:srgbClr val="202124"/>
                </a:solidFill>
                <a:latin typeface="Arial"/>
                <a:ea typeface="Arial"/>
                <a:cs typeface="Arial"/>
                <a:sym typeface="Arial"/>
              </a:rPr>
              <a:t>Year ≥ 1990</a:t>
            </a:r>
            <a:endParaRPr sz="1500" b="0" i="0" u="none" strike="noStrike" cap="none">
              <a:solidFill>
                <a:schemeClr val="dk1"/>
              </a:solidFill>
              <a:latin typeface="Calibri"/>
              <a:ea typeface="Calibri"/>
              <a:cs typeface="Calibri"/>
              <a:sym typeface="Calibri"/>
            </a:endParaRPr>
          </a:p>
        </p:txBody>
      </p:sp>
      <p:sp>
        <p:nvSpPr>
          <p:cNvPr id="136" name="Google Shape;136;p24"/>
          <p:cNvSpPr/>
          <p:nvPr/>
        </p:nvSpPr>
        <p:spPr>
          <a:xfrm>
            <a:off x="1143000" y="4087368"/>
            <a:ext cx="274320" cy="274320"/>
          </a:xfrm>
          <a:prstGeom prst="roundRect">
            <a:avLst>
              <a:gd name="adj" fmla="val 13333"/>
            </a:avLst>
          </a:prstGeom>
          <a:solidFill>
            <a:srgbClr val="12A398"/>
          </a:solidFill>
          <a:ln w="19050" cap="flat" cmpd="sng">
            <a:solidFill>
              <a:srgbClr val="12A39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4"/>
          <p:cNvSpPr/>
          <p:nvPr/>
        </p:nvSpPr>
        <p:spPr>
          <a:xfrm>
            <a:off x="1143000" y="4069080"/>
            <a:ext cx="274320" cy="310896"/>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a:t>
            </a:r>
            <a:endParaRPr sz="1400" b="0" i="0" u="none" strike="noStrike" cap="none">
              <a:solidFill>
                <a:schemeClr val="dk1"/>
              </a:solidFill>
              <a:latin typeface="Calibri"/>
              <a:ea typeface="Calibri"/>
              <a:cs typeface="Calibri"/>
              <a:sym typeface="Calibri"/>
            </a:endParaRPr>
          </a:p>
        </p:txBody>
      </p:sp>
      <p:sp>
        <p:nvSpPr>
          <p:cNvPr id="138" name="Google Shape;138;p24"/>
          <p:cNvSpPr/>
          <p:nvPr/>
        </p:nvSpPr>
        <p:spPr>
          <a:xfrm>
            <a:off x="1554480" y="4050792"/>
            <a:ext cx="32004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02124"/>
              </a:buClr>
              <a:buSzPts val="1500"/>
              <a:buFont typeface="Arial"/>
              <a:buNone/>
            </a:pPr>
            <a:r>
              <a:rPr lang="en-US" sz="1500" b="0" i="0" u="none" strike="noStrike" cap="none">
                <a:solidFill>
                  <a:srgbClr val="202124"/>
                </a:solidFill>
                <a:latin typeface="Arial"/>
                <a:ea typeface="Arial"/>
                <a:cs typeface="Arial"/>
                <a:sym typeface="Arial"/>
              </a:rPr>
              <a:t>Animals</a:t>
            </a:r>
            <a:endParaRPr sz="1500" b="0" i="0" u="none" strike="noStrike" cap="none">
              <a:solidFill>
                <a:schemeClr val="dk1"/>
              </a:solidFill>
              <a:latin typeface="Calibri"/>
              <a:ea typeface="Calibri"/>
              <a:cs typeface="Calibri"/>
              <a:sym typeface="Calibri"/>
            </a:endParaRPr>
          </a:p>
        </p:txBody>
      </p:sp>
      <p:sp>
        <p:nvSpPr>
          <p:cNvPr id="139" name="Google Shape;139;p24"/>
          <p:cNvSpPr/>
          <p:nvPr/>
        </p:nvSpPr>
        <p:spPr>
          <a:xfrm>
            <a:off x="1143000" y="4654296"/>
            <a:ext cx="274320" cy="274320"/>
          </a:xfrm>
          <a:prstGeom prst="roundRect">
            <a:avLst>
              <a:gd name="adj" fmla="val 13333"/>
            </a:avLst>
          </a:prstGeom>
          <a:solidFill>
            <a:srgbClr val="FFFFFF"/>
          </a:solidFill>
          <a:ln w="19050" cap="flat" cmpd="sng">
            <a:solidFill>
              <a:srgbClr val="B7BD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4"/>
          <p:cNvSpPr/>
          <p:nvPr/>
        </p:nvSpPr>
        <p:spPr>
          <a:xfrm>
            <a:off x="1554480" y="4617720"/>
            <a:ext cx="32004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F6368"/>
              </a:buClr>
              <a:buSzPts val="1500"/>
              <a:buFont typeface="Arial"/>
              <a:buNone/>
            </a:pPr>
            <a:r>
              <a:rPr lang="en-US" sz="1500" b="0" i="0" u="none" strike="noStrike" cap="none">
                <a:solidFill>
                  <a:srgbClr val="5F6368"/>
                </a:solidFill>
                <a:latin typeface="Arial"/>
                <a:ea typeface="Arial"/>
                <a:cs typeface="Arial"/>
                <a:sym typeface="Arial"/>
              </a:rPr>
              <a:t>No deaths</a:t>
            </a:r>
            <a:endParaRPr sz="1500" b="0" i="0" u="none" strike="noStrike" cap="none">
              <a:solidFill>
                <a:schemeClr val="dk1"/>
              </a:solidFill>
              <a:latin typeface="Calibri"/>
              <a:ea typeface="Calibri"/>
              <a:cs typeface="Calibri"/>
              <a:sym typeface="Calibri"/>
            </a:endParaRPr>
          </a:p>
        </p:txBody>
      </p:sp>
      <p:sp>
        <p:nvSpPr>
          <p:cNvPr id="141" name="Google Shape;141;p24"/>
          <p:cNvSpPr/>
          <p:nvPr/>
        </p:nvSpPr>
        <p:spPr>
          <a:xfrm>
            <a:off x="5897880" y="1874520"/>
            <a:ext cx="5623560" cy="4023360"/>
          </a:xfrm>
          <a:prstGeom prst="roundRect">
            <a:avLst>
              <a:gd name="adj" fmla="val 2273"/>
            </a:avLst>
          </a:prstGeom>
          <a:solidFill>
            <a:srgbClr val="1E2233"/>
          </a:solidFill>
          <a:ln w="12700" cap="flat" cmpd="sng">
            <a:solidFill>
              <a:srgbClr val="E1E4E8"/>
            </a:solidFill>
            <a:prstDash val="solid"/>
            <a:round/>
            <a:headEnd type="none" w="sm" len="sm"/>
            <a:tailEnd type="none" w="sm" len="sm"/>
          </a:ln>
          <a:effectLst>
            <a:outerShdw blurRad="114300" dist="38100" dir="5400000" algn="bl" rotWithShape="0">
              <a:srgbClr val="9AA0A6">
                <a:alpha val="1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4"/>
          <p:cNvSpPr/>
          <p:nvPr/>
        </p:nvSpPr>
        <p:spPr>
          <a:xfrm>
            <a:off x="6172200" y="2103120"/>
            <a:ext cx="512064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35C2E8"/>
              </a:buClr>
              <a:buSzPts val="1600"/>
              <a:buFont typeface="Arial"/>
              <a:buNone/>
            </a:pPr>
            <a:r>
              <a:rPr lang="en-US" sz="1600" b="1" i="0" u="none" strike="noStrike" cap="none">
                <a:solidFill>
                  <a:srgbClr val="35C2E8"/>
                </a:solidFill>
                <a:latin typeface="Arial"/>
                <a:ea typeface="Arial"/>
                <a:cs typeface="Arial"/>
                <a:sym typeface="Arial"/>
              </a:rPr>
              <a:t>The real problem</a:t>
            </a:r>
            <a:endParaRPr sz="1600" b="0" i="0" u="none" strike="noStrike" cap="none">
              <a:solidFill>
                <a:schemeClr val="dk1"/>
              </a:solidFill>
              <a:latin typeface="Calibri"/>
              <a:ea typeface="Calibri"/>
              <a:cs typeface="Calibri"/>
              <a:sym typeface="Calibri"/>
            </a:endParaRPr>
          </a:p>
        </p:txBody>
      </p:sp>
      <p:sp>
        <p:nvSpPr>
          <p:cNvPr id="143" name="Google Shape;143;p24"/>
          <p:cNvSpPr/>
          <p:nvPr/>
        </p:nvSpPr>
        <p:spPr>
          <a:xfrm>
            <a:off x="6172200" y="2606040"/>
            <a:ext cx="5120640" cy="914400"/>
          </a:xfrm>
          <a:prstGeom prst="rect">
            <a:avLst/>
          </a:prstGeom>
          <a:noFill/>
          <a:ln>
            <a:noFill/>
          </a:ln>
        </p:spPr>
        <p:txBody>
          <a:bodyPr spcFirstLastPara="1" wrap="square" lIns="91425" tIns="45700" rIns="91425" bIns="45700" anchor="ctr" anchorCtr="0">
            <a:noAutofit/>
          </a:bodyPr>
          <a:lstStyle/>
          <a:p>
            <a:pPr marL="0" marR="0" lvl="0" indent="0" algn="l" rtl="0">
              <a:lnSpc>
                <a:spcPct val="112000"/>
              </a:lnSpc>
              <a:spcBef>
                <a:spcPts val="0"/>
              </a:spcBef>
              <a:spcAft>
                <a:spcPts val="0"/>
              </a:spcAft>
              <a:buClr>
                <a:srgbClr val="FFFFFF"/>
              </a:buClr>
              <a:buSzPts val="1900"/>
              <a:buFont typeface="Georgia"/>
              <a:buNone/>
            </a:pPr>
            <a:r>
              <a:rPr lang="en-US" sz="1900" b="1" i="0" u="none" strike="noStrike" cap="none">
                <a:solidFill>
                  <a:srgbClr val="FFFFFF"/>
                </a:solidFill>
                <a:latin typeface="Georgia"/>
                <a:ea typeface="Georgia"/>
                <a:cs typeface="Georgia"/>
                <a:sym typeface="Georgia"/>
              </a:rPr>
              <a:t>There is no such column — and you can’t pre-build one for every human constraint.</a:t>
            </a:r>
            <a:endParaRPr sz="1900" b="0" i="0" u="none" strike="noStrike" cap="none">
              <a:solidFill>
                <a:schemeClr val="dk1"/>
              </a:solidFill>
              <a:latin typeface="Calibri"/>
              <a:ea typeface="Calibri"/>
              <a:cs typeface="Calibri"/>
              <a:sym typeface="Calibri"/>
            </a:endParaRPr>
          </a:p>
        </p:txBody>
      </p:sp>
      <p:sp>
        <p:nvSpPr>
          <p:cNvPr id="144" name="Google Shape;144;p24"/>
          <p:cNvSpPr/>
          <p:nvPr/>
        </p:nvSpPr>
        <p:spPr>
          <a:xfrm>
            <a:off x="6263640" y="3749040"/>
            <a:ext cx="2468880" cy="438912"/>
          </a:xfrm>
          <a:prstGeom prst="roundRect">
            <a:avLst>
              <a:gd name="adj" fmla="val 50000"/>
            </a:avLst>
          </a:prstGeom>
          <a:solidFill>
            <a:srgbClr val="2A2F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4"/>
          <p:cNvSpPr/>
          <p:nvPr/>
        </p:nvSpPr>
        <p:spPr>
          <a:xfrm>
            <a:off x="6400800" y="3749040"/>
            <a:ext cx="2194560" cy="43891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8DEEF"/>
              </a:buClr>
              <a:buSzPts val="1350"/>
              <a:buFont typeface="Georgia"/>
              <a:buNone/>
            </a:pPr>
            <a:r>
              <a:rPr lang="en-US" sz="1350" b="0" i="1" u="none" strike="noStrike" cap="none">
                <a:solidFill>
                  <a:srgbClr val="D8DEEF"/>
                </a:solidFill>
                <a:latin typeface="Georgia"/>
                <a:ea typeface="Georgia"/>
                <a:cs typeface="Georgia"/>
                <a:sym typeface="Georgia"/>
              </a:rPr>
              <a:t>“no deaths”</a:t>
            </a:r>
            <a:endParaRPr sz="1350" b="0" i="0" u="none" strike="noStrike" cap="none">
              <a:solidFill>
                <a:schemeClr val="dk1"/>
              </a:solidFill>
              <a:latin typeface="Calibri"/>
              <a:ea typeface="Calibri"/>
              <a:cs typeface="Calibri"/>
              <a:sym typeface="Calibri"/>
            </a:endParaRPr>
          </a:p>
        </p:txBody>
      </p:sp>
      <p:sp>
        <p:nvSpPr>
          <p:cNvPr id="146" name="Google Shape;146;p24"/>
          <p:cNvSpPr/>
          <p:nvPr/>
        </p:nvSpPr>
        <p:spPr>
          <a:xfrm>
            <a:off x="8915400" y="3749040"/>
            <a:ext cx="2468880" cy="438912"/>
          </a:xfrm>
          <a:prstGeom prst="roundRect">
            <a:avLst>
              <a:gd name="adj" fmla="val 50000"/>
            </a:avLst>
          </a:prstGeom>
          <a:solidFill>
            <a:srgbClr val="2A2F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4"/>
          <p:cNvSpPr/>
          <p:nvPr/>
        </p:nvSpPr>
        <p:spPr>
          <a:xfrm>
            <a:off x="9052560" y="3749040"/>
            <a:ext cx="2194560" cy="43891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8DEEF"/>
              </a:buClr>
              <a:buSzPts val="1350"/>
              <a:buFont typeface="Georgia"/>
              <a:buNone/>
            </a:pPr>
            <a:r>
              <a:rPr lang="en-US" sz="1350" b="0" i="1" u="none" strike="noStrike" cap="none">
                <a:solidFill>
                  <a:srgbClr val="D8DEEF"/>
                </a:solidFill>
                <a:latin typeface="Georgia"/>
                <a:ea typeface="Georgia"/>
                <a:cs typeface="Georgia"/>
                <a:sym typeface="Georgia"/>
              </a:rPr>
              <a:t>“not scary”</a:t>
            </a:r>
            <a:endParaRPr sz="1350" b="0" i="0" u="none" strike="noStrike" cap="none">
              <a:solidFill>
                <a:schemeClr val="dk1"/>
              </a:solidFill>
              <a:latin typeface="Calibri"/>
              <a:ea typeface="Calibri"/>
              <a:cs typeface="Calibri"/>
              <a:sym typeface="Calibri"/>
            </a:endParaRPr>
          </a:p>
        </p:txBody>
      </p:sp>
      <p:sp>
        <p:nvSpPr>
          <p:cNvPr id="148" name="Google Shape;148;p24"/>
          <p:cNvSpPr/>
          <p:nvPr/>
        </p:nvSpPr>
        <p:spPr>
          <a:xfrm>
            <a:off x="6263640" y="4315968"/>
            <a:ext cx="2468880" cy="438912"/>
          </a:xfrm>
          <a:prstGeom prst="roundRect">
            <a:avLst>
              <a:gd name="adj" fmla="val 50000"/>
            </a:avLst>
          </a:prstGeom>
          <a:solidFill>
            <a:srgbClr val="2A2F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4"/>
          <p:cNvSpPr/>
          <p:nvPr/>
        </p:nvSpPr>
        <p:spPr>
          <a:xfrm>
            <a:off x="6400800" y="4315968"/>
            <a:ext cx="2194560" cy="43891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8DEEF"/>
              </a:buClr>
              <a:buSzPts val="1350"/>
              <a:buFont typeface="Georgia"/>
              <a:buNone/>
            </a:pPr>
            <a:r>
              <a:rPr lang="en-US" sz="1350" b="0" i="1" u="none" strike="noStrike" cap="none">
                <a:solidFill>
                  <a:srgbClr val="D8DEEF"/>
                </a:solidFill>
                <a:latin typeface="Georgia"/>
                <a:ea typeface="Georgia"/>
                <a:cs typeface="Georgia"/>
                <a:sym typeface="Georgia"/>
              </a:rPr>
              <a:t>“safe for a toddler”</a:t>
            </a:r>
            <a:endParaRPr sz="1350" b="0" i="0" u="none" strike="noStrike" cap="none">
              <a:solidFill>
                <a:schemeClr val="dk1"/>
              </a:solidFill>
              <a:latin typeface="Calibri"/>
              <a:ea typeface="Calibri"/>
              <a:cs typeface="Calibri"/>
              <a:sym typeface="Calibri"/>
            </a:endParaRPr>
          </a:p>
        </p:txBody>
      </p:sp>
      <p:sp>
        <p:nvSpPr>
          <p:cNvPr id="150" name="Google Shape;150;p24"/>
          <p:cNvSpPr/>
          <p:nvPr/>
        </p:nvSpPr>
        <p:spPr>
          <a:xfrm>
            <a:off x="8915400" y="4315968"/>
            <a:ext cx="2468880" cy="438912"/>
          </a:xfrm>
          <a:prstGeom prst="roundRect">
            <a:avLst>
              <a:gd name="adj" fmla="val 50000"/>
            </a:avLst>
          </a:prstGeom>
          <a:solidFill>
            <a:srgbClr val="2A2F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4"/>
          <p:cNvSpPr/>
          <p:nvPr/>
        </p:nvSpPr>
        <p:spPr>
          <a:xfrm>
            <a:off x="9052560" y="4315968"/>
            <a:ext cx="2194560" cy="43891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8DEEF"/>
              </a:buClr>
              <a:buSzPts val="1350"/>
              <a:buFont typeface="Georgia"/>
              <a:buNone/>
            </a:pPr>
            <a:r>
              <a:rPr lang="en-US" sz="1350" b="0" i="1" u="none" strike="noStrike" cap="none">
                <a:solidFill>
                  <a:srgbClr val="D8DEEF"/>
                </a:solidFill>
                <a:latin typeface="Georgia"/>
                <a:ea typeface="Georgia"/>
                <a:cs typeface="Georgia"/>
                <a:sym typeface="Georgia"/>
              </a:rPr>
              <a:t>“good for a long flight”</a:t>
            </a:r>
            <a:endParaRPr sz="1350" b="0" i="0" u="none" strike="noStrike" cap="none">
              <a:solidFill>
                <a:schemeClr val="dk1"/>
              </a:solidFill>
              <a:latin typeface="Calibri"/>
              <a:ea typeface="Calibri"/>
              <a:cs typeface="Calibri"/>
              <a:sym typeface="Calibri"/>
            </a:endParaRPr>
          </a:p>
        </p:txBody>
      </p:sp>
      <p:sp>
        <p:nvSpPr>
          <p:cNvPr id="152" name="Google Shape;152;p24"/>
          <p:cNvSpPr/>
          <p:nvPr/>
        </p:nvSpPr>
        <p:spPr>
          <a:xfrm>
            <a:off x="6172200" y="5029200"/>
            <a:ext cx="5120640" cy="640080"/>
          </a:xfrm>
          <a:prstGeom prst="rect">
            <a:avLst/>
          </a:prstGeom>
          <a:noFill/>
          <a:ln>
            <a:noFill/>
          </a:ln>
        </p:spPr>
        <p:txBody>
          <a:bodyPr spcFirstLastPara="1" wrap="square" lIns="91425" tIns="45700" rIns="91425" bIns="45700" anchor="ctr" anchorCtr="0">
            <a:noAutofit/>
          </a:bodyPr>
          <a:lstStyle/>
          <a:p>
            <a:pPr marL="0" marR="0" lvl="0" indent="0" algn="l" rtl="0">
              <a:lnSpc>
                <a:spcPct val="110000"/>
              </a:lnSpc>
              <a:spcBef>
                <a:spcPts val="0"/>
              </a:spcBef>
              <a:spcAft>
                <a:spcPts val="0"/>
              </a:spcAft>
              <a:buClr>
                <a:srgbClr val="9AA6C6"/>
              </a:buClr>
              <a:buSzPts val="1500"/>
              <a:buFont typeface="Arial"/>
              <a:buNone/>
            </a:pPr>
            <a:r>
              <a:rPr lang="en-US" sz="1500" b="0" i="0" u="none" strike="noStrike" cap="none">
                <a:solidFill>
                  <a:srgbClr val="9AA6C6"/>
                </a:solidFill>
                <a:latin typeface="Arial"/>
                <a:ea typeface="Arial"/>
                <a:cs typeface="Arial"/>
                <a:sym typeface="Arial"/>
              </a:rPr>
              <a:t>Infinite subjective conditions. You can’t make a checkbox for each.</a:t>
            </a:r>
            <a:endParaRPr sz="15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1F3F4"/>
        </a:solidFill>
        <a:effectLst/>
      </p:bgPr>
    </p:bg>
    <p:spTree>
      <p:nvGrpSpPr>
        <p:cNvPr id="1" name="Shape 157"/>
        <p:cNvGrpSpPr/>
        <p:nvPr/>
      </p:nvGrpSpPr>
      <p:grpSpPr>
        <a:xfrm>
          <a:off x="0" y="0"/>
          <a:ext cx="0" cy="0"/>
          <a:chOff x="0" y="0"/>
          <a:chExt cx="0" cy="0"/>
        </a:xfrm>
      </p:grpSpPr>
      <p:pic>
        <p:nvPicPr>
          <p:cNvPr id="158" name="Google Shape;158;p25" title="Gemini_Generated_Image_7i6xxn7i6xxn7i6x.png"/>
          <p:cNvPicPr preferRelativeResize="0"/>
          <p:nvPr/>
        </p:nvPicPr>
        <p:blipFill rotWithShape="1">
          <a:blip r:embed="rId3">
            <a:alphaModFix/>
          </a:blip>
          <a:srcRect b="18006"/>
          <a:stretch/>
        </p:blipFill>
        <p:spPr>
          <a:xfrm>
            <a:off x="0" y="293550"/>
            <a:ext cx="12192000" cy="557926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1F3F4"/>
        </a:solidFill>
        <a:effectLst/>
      </p:bgPr>
    </p:bg>
    <p:spTree>
      <p:nvGrpSpPr>
        <p:cNvPr id="1" name="Shape 163"/>
        <p:cNvGrpSpPr/>
        <p:nvPr/>
      </p:nvGrpSpPr>
      <p:grpSpPr>
        <a:xfrm>
          <a:off x="0" y="0"/>
          <a:ext cx="0" cy="0"/>
          <a:chOff x="0" y="0"/>
          <a:chExt cx="0" cy="0"/>
        </a:xfrm>
      </p:grpSpPr>
      <p:pic>
        <p:nvPicPr>
          <p:cNvPr id="164" name="Google Shape;164;p26" descr="image.png"/>
          <p:cNvPicPr preferRelativeResize="0"/>
          <p:nvPr/>
        </p:nvPicPr>
        <p:blipFill rotWithShape="1">
          <a:blip r:embed="rId3">
            <a:alphaModFix/>
          </a:blip>
          <a:srcRect/>
          <a:stretch/>
        </p:blipFill>
        <p:spPr>
          <a:xfrm>
            <a:off x="5294262" y="4191047"/>
            <a:ext cx="1603325" cy="1714500"/>
          </a:xfrm>
          <a:prstGeom prst="rect">
            <a:avLst/>
          </a:prstGeom>
          <a:noFill/>
          <a:ln>
            <a:noFill/>
          </a:ln>
        </p:spPr>
      </p:pic>
      <p:pic>
        <p:nvPicPr>
          <p:cNvPr id="165" name="Google Shape;165;p26" descr="image.png"/>
          <p:cNvPicPr preferRelativeResize="0"/>
          <p:nvPr/>
        </p:nvPicPr>
        <p:blipFill rotWithShape="1">
          <a:blip r:embed="rId4">
            <a:alphaModFix/>
          </a:blip>
          <a:srcRect/>
          <a:stretch/>
        </p:blipFill>
        <p:spPr>
          <a:xfrm>
            <a:off x="857250" y="1601199"/>
            <a:ext cx="10477500" cy="1451371"/>
          </a:xfrm>
          <a:prstGeom prst="rect">
            <a:avLst/>
          </a:prstGeom>
          <a:noFill/>
          <a:ln>
            <a:noFill/>
          </a:ln>
        </p:spPr>
      </p:pic>
      <p:pic>
        <p:nvPicPr>
          <p:cNvPr id="166" name="Google Shape;166;p26" descr="image.png"/>
          <p:cNvPicPr preferRelativeResize="0"/>
          <p:nvPr/>
        </p:nvPicPr>
        <p:blipFill rotWithShape="1">
          <a:blip r:embed="rId5">
            <a:alphaModFix/>
          </a:blip>
          <a:srcRect/>
          <a:stretch/>
        </p:blipFill>
        <p:spPr>
          <a:xfrm>
            <a:off x="7913935" y="3488460"/>
            <a:ext cx="3611463" cy="2667000"/>
          </a:xfrm>
          <a:prstGeom prst="rect">
            <a:avLst/>
          </a:prstGeom>
          <a:noFill/>
          <a:ln>
            <a:noFill/>
          </a:ln>
        </p:spPr>
      </p:pic>
      <p:sp>
        <p:nvSpPr>
          <p:cNvPr id="167" name="Google Shape;167;p26"/>
          <p:cNvSpPr txBox="1"/>
          <p:nvPr/>
        </p:nvSpPr>
        <p:spPr>
          <a:xfrm>
            <a:off x="666750" y="476250"/>
            <a:ext cx="11401500" cy="6003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900" b="1" i="0" u="none" strike="noStrike" cap="none">
                <a:solidFill>
                  <a:srgbClr val="0F172A"/>
                </a:solidFill>
                <a:latin typeface="Poppins"/>
                <a:ea typeface="Poppins"/>
                <a:cs typeface="Poppins"/>
                <a:sym typeface="Poppins"/>
              </a:rPr>
              <a:t>MoviBot separates filters from meaning</a:t>
            </a:r>
            <a:endParaRPr/>
          </a:p>
        </p:txBody>
      </p:sp>
      <p:pic>
        <p:nvPicPr>
          <p:cNvPr id="168" name="Google Shape;168;p26" descr="image.png"/>
          <p:cNvPicPr preferRelativeResize="0"/>
          <p:nvPr/>
        </p:nvPicPr>
        <p:blipFill rotWithShape="1">
          <a:blip r:embed="rId6">
            <a:alphaModFix/>
          </a:blip>
          <a:srcRect/>
          <a:stretch/>
        </p:blipFill>
        <p:spPr>
          <a:xfrm>
            <a:off x="2571750" y="1829799"/>
            <a:ext cx="2266950" cy="504825"/>
          </a:xfrm>
          <a:prstGeom prst="rect">
            <a:avLst/>
          </a:prstGeom>
          <a:noFill/>
          <a:ln>
            <a:noFill/>
          </a:ln>
        </p:spPr>
      </p:pic>
      <p:pic>
        <p:nvPicPr>
          <p:cNvPr id="169" name="Google Shape;169;p26" descr="image.png"/>
          <p:cNvPicPr preferRelativeResize="0"/>
          <p:nvPr/>
        </p:nvPicPr>
        <p:blipFill rotWithShape="1">
          <a:blip r:embed="rId7">
            <a:alphaModFix/>
          </a:blip>
          <a:srcRect/>
          <a:stretch/>
        </p:blipFill>
        <p:spPr>
          <a:xfrm>
            <a:off x="6286500" y="1829799"/>
            <a:ext cx="1171575" cy="504825"/>
          </a:xfrm>
          <a:prstGeom prst="rect">
            <a:avLst/>
          </a:prstGeom>
          <a:noFill/>
          <a:ln>
            <a:noFill/>
          </a:ln>
        </p:spPr>
      </p:pic>
      <p:pic>
        <p:nvPicPr>
          <p:cNvPr id="170" name="Google Shape;170;p26" descr="image.png"/>
          <p:cNvPicPr preferRelativeResize="0"/>
          <p:nvPr/>
        </p:nvPicPr>
        <p:blipFill rotWithShape="1">
          <a:blip r:embed="rId8">
            <a:alphaModFix/>
          </a:blip>
          <a:srcRect/>
          <a:stretch/>
        </p:blipFill>
        <p:spPr>
          <a:xfrm>
            <a:off x="7600950" y="1829799"/>
            <a:ext cx="2362200" cy="504825"/>
          </a:xfrm>
          <a:prstGeom prst="rect">
            <a:avLst/>
          </a:prstGeom>
          <a:noFill/>
          <a:ln>
            <a:noFill/>
          </a:ln>
        </p:spPr>
      </p:pic>
      <p:pic>
        <p:nvPicPr>
          <p:cNvPr id="171" name="Google Shape;171;p26" descr="image.png"/>
          <p:cNvPicPr preferRelativeResize="0"/>
          <p:nvPr/>
        </p:nvPicPr>
        <p:blipFill rotWithShape="1">
          <a:blip r:embed="rId9">
            <a:alphaModFix/>
          </a:blip>
          <a:srcRect/>
          <a:stretch/>
        </p:blipFill>
        <p:spPr>
          <a:xfrm>
            <a:off x="4167187" y="1829799"/>
            <a:ext cx="6567487" cy="992385"/>
          </a:xfrm>
          <a:prstGeom prst="rect">
            <a:avLst/>
          </a:prstGeom>
          <a:noFill/>
          <a:ln>
            <a:noFill/>
          </a:ln>
        </p:spPr>
      </p:pic>
      <p:pic>
        <p:nvPicPr>
          <p:cNvPr id="172" name="Google Shape;172;p26" descr="image.png"/>
          <p:cNvPicPr preferRelativeResize="0"/>
          <p:nvPr/>
        </p:nvPicPr>
        <p:blipFill rotWithShape="1">
          <a:blip r:embed="rId10">
            <a:alphaModFix/>
          </a:blip>
          <a:srcRect/>
          <a:stretch/>
        </p:blipFill>
        <p:spPr>
          <a:xfrm>
            <a:off x="6005512" y="2317360"/>
            <a:ext cx="1800225" cy="504825"/>
          </a:xfrm>
          <a:prstGeom prst="rect">
            <a:avLst/>
          </a:prstGeom>
          <a:noFill/>
          <a:ln>
            <a:noFill/>
          </a:ln>
        </p:spPr>
      </p:pic>
      <p:sp>
        <p:nvSpPr>
          <p:cNvPr id="173" name="Google Shape;173;p26"/>
          <p:cNvSpPr txBox="1"/>
          <p:nvPr/>
        </p:nvSpPr>
        <p:spPr>
          <a:xfrm>
            <a:off x="4468713" y="4719907"/>
            <a:ext cx="714000" cy="1848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0D9488"/>
                </a:solidFill>
                <a:latin typeface="Poppins"/>
                <a:ea typeface="Poppins"/>
                <a:cs typeface="Poppins"/>
                <a:sym typeface="Poppins"/>
              </a:rPr>
              <a:t>filter</a:t>
            </a:r>
            <a:endParaRPr/>
          </a:p>
        </p:txBody>
      </p:sp>
      <p:sp>
        <p:nvSpPr>
          <p:cNvPr id="174" name="Google Shape;174;p26"/>
          <p:cNvSpPr txBox="1"/>
          <p:nvPr/>
        </p:nvSpPr>
        <p:spPr>
          <a:xfrm>
            <a:off x="7009507" y="4719907"/>
            <a:ext cx="714000" cy="1848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EA580C"/>
                </a:solidFill>
                <a:latin typeface="Poppins"/>
                <a:ea typeface="Poppins"/>
                <a:cs typeface="Poppins"/>
                <a:sym typeface="Poppins"/>
              </a:rPr>
              <a:t>read</a:t>
            </a:r>
            <a:endParaRPr/>
          </a:p>
        </p:txBody>
      </p:sp>
      <p:pic>
        <p:nvPicPr>
          <p:cNvPr id="175" name="Google Shape;175;p26" descr="image.png"/>
          <p:cNvPicPr preferRelativeResize="0"/>
          <p:nvPr/>
        </p:nvPicPr>
        <p:blipFill rotWithShape="1">
          <a:blip r:embed="rId11">
            <a:alphaModFix/>
          </a:blip>
          <a:srcRect/>
          <a:stretch/>
        </p:blipFill>
        <p:spPr>
          <a:xfrm>
            <a:off x="4654153" y="5043757"/>
            <a:ext cx="342900" cy="342900"/>
          </a:xfrm>
          <a:prstGeom prst="rect">
            <a:avLst/>
          </a:prstGeom>
          <a:noFill/>
          <a:ln>
            <a:noFill/>
          </a:ln>
        </p:spPr>
      </p:pic>
      <p:sp>
        <p:nvSpPr>
          <p:cNvPr id="176" name="Google Shape;176;p26"/>
          <p:cNvSpPr txBox="1"/>
          <p:nvPr/>
        </p:nvSpPr>
        <p:spPr>
          <a:xfrm>
            <a:off x="5614987" y="4662906"/>
            <a:ext cx="962100" cy="277200"/>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1800" b="1" i="0" u="none" strike="noStrike" cap="none">
                <a:solidFill>
                  <a:srgbClr val="FFFFFF"/>
                </a:solidFill>
                <a:latin typeface="Poppins"/>
                <a:ea typeface="Poppins"/>
                <a:cs typeface="Poppins"/>
                <a:sym typeface="Poppins"/>
              </a:rPr>
              <a:t>MoviBot</a:t>
            </a:r>
            <a:endParaRPr/>
          </a:p>
        </p:txBody>
      </p:sp>
      <p:pic>
        <p:nvPicPr>
          <p:cNvPr id="177" name="Google Shape;177;p26" descr="image.png"/>
          <p:cNvPicPr preferRelativeResize="0"/>
          <p:nvPr/>
        </p:nvPicPr>
        <p:blipFill rotWithShape="1">
          <a:blip r:embed="rId12">
            <a:alphaModFix/>
          </a:blip>
          <a:srcRect/>
          <a:stretch/>
        </p:blipFill>
        <p:spPr>
          <a:xfrm>
            <a:off x="7194946" y="5043757"/>
            <a:ext cx="342900" cy="342900"/>
          </a:xfrm>
          <a:prstGeom prst="rect">
            <a:avLst/>
          </a:prstGeom>
          <a:noFill/>
          <a:ln>
            <a:noFill/>
          </a:ln>
        </p:spPr>
      </p:pic>
      <p:sp>
        <p:nvSpPr>
          <p:cNvPr id="178" name="Google Shape;178;p26"/>
          <p:cNvSpPr txBox="1"/>
          <p:nvPr/>
        </p:nvSpPr>
        <p:spPr>
          <a:xfrm>
            <a:off x="8637835" y="3821835"/>
            <a:ext cx="2554200" cy="3003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950" b="1" i="0" u="none" strike="noStrike" cap="none">
                <a:solidFill>
                  <a:srgbClr val="EA580C"/>
                </a:solidFill>
                <a:latin typeface="Poppins"/>
                <a:ea typeface="Poppins"/>
                <a:cs typeface="Poppins"/>
                <a:sym typeface="Poppins"/>
              </a:rPr>
              <a:t>Story meaning</a:t>
            </a:r>
            <a:endParaRPr/>
          </a:p>
        </p:txBody>
      </p:sp>
      <p:pic>
        <p:nvPicPr>
          <p:cNvPr id="179" name="Google Shape;179;p26" descr="image.png"/>
          <p:cNvPicPr preferRelativeResize="0"/>
          <p:nvPr/>
        </p:nvPicPr>
        <p:blipFill rotWithShape="1">
          <a:blip r:embed="rId13">
            <a:alphaModFix/>
          </a:blip>
          <a:srcRect/>
          <a:stretch/>
        </p:blipFill>
        <p:spPr>
          <a:xfrm>
            <a:off x="8247310" y="3883748"/>
            <a:ext cx="276225" cy="247650"/>
          </a:xfrm>
          <a:prstGeom prst="rect">
            <a:avLst/>
          </a:prstGeom>
          <a:noFill/>
          <a:ln>
            <a:noFill/>
          </a:ln>
        </p:spPr>
      </p:pic>
      <p:grpSp>
        <p:nvGrpSpPr>
          <p:cNvPr id="180" name="Google Shape;180;p26"/>
          <p:cNvGrpSpPr/>
          <p:nvPr/>
        </p:nvGrpSpPr>
        <p:grpSpPr>
          <a:xfrm>
            <a:off x="666750" y="3461246"/>
            <a:ext cx="5345100" cy="2667000"/>
            <a:chOff x="666750" y="3501606"/>
            <a:chExt cx="5345100" cy="2667000"/>
          </a:xfrm>
        </p:grpSpPr>
        <p:pic>
          <p:nvPicPr>
            <p:cNvPr id="181" name="Google Shape;181;p26" descr="image.png"/>
            <p:cNvPicPr preferRelativeResize="0"/>
            <p:nvPr/>
          </p:nvPicPr>
          <p:blipFill rotWithShape="1">
            <a:blip r:embed="rId14">
              <a:alphaModFix/>
            </a:blip>
            <a:srcRect/>
            <a:stretch/>
          </p:blipFill>
          <p:spPr>
            <a:xfrm>
              <a:off x="666750" y="3501606"/>
              <a:ext cx="3611463" cy="2667000"/>
            </a:xfrm>
            <a:prstGeom prst="rect">
              <a:avLst/>
            </a:prstGeom>
            <a:noFill/>
            <a:ln>
              <a:noFill/>
            </a:ln>
          </p:spPr>
        </p:pic>
        <p:sp>
          <p:nvSpPr>
            <p:cNvPr id="182" name="Google Shape;182;p26"/>
            <p:cNvSpPr txBox="1"/>
            <p:nvPr/>
          </p:nvSpPr>
          <p:spPr>
            <a:xfrm>
              <a:off x="1333500" y="3834981"/>
              <a:ext cx="2611200" cy="3003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950" b="1" i="0" u="none" strike="noStrike" cap="none">
                  <a:solidFill>
                    <a:srgbClr val="0D9488"/>
                  </a:solidFill>
                  <a:latin typeface="Poppins"/>
                  <a:ea typeface="Poppins"/>
                  <a:cs typeface="Poppins"/>
                  <a:sym typeface="Poppins"/>
                </a:rPr>
                <a:t>Filterable facts</a:t>
              </a:r>
              <a:endParaRPr/>
            </a:p>
          </p:txBody>
        </p:sp>
        <p:pic>
          <p:nvPicPr>
            <p:cNvPr id="183" name="Google Shape;183;p26" descr="image.png"/>
            <p:cNvPicPr preferRelativeResize="0"/>
            <p:nvPr/>
          </p:nvPicPr>
          <p:blipFill rotWithShape="1">
            <a:blip r:embed="rId15">
              <a:alphaModFix/>
            </a:blip>
            <a:srcRect/>
            <a:stretch/>
          </p:blipFill>
          <p:spPr>
            <a:xfrm>
              <a:off x="1000125" y="3896894"/>
              <a:ext cx="219075" cy="247650"/>
            </a:xfrm>
            <a:prstGeom prst="rect">
              <a:avLst/>
            </a:prstGeom>
            <a:noFill/>
            <a:ln>
              <a:noFill/>
            </a:ln>
          </p:spPr>
        </p:pic>
        <p:sp>
          <p:nvSpPr>
            <p:cNvPr id="184" name="Google Shape;184;p26"/>
            <p:cNvSpPr txBox="1"/>
            <p:nvPr/>
          </p:nvSpPr>
          <p:spPr>
            <a:xfrm>
              <a:off x="2290500" y="4290121"/>
              <a:ext cx="2944800" cy="2541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650" b="0" i="0" u="none" strike="noStrike" cap="none">
                  <a:solidFill>
                    <a:srgbClr val="0F172A"/>
                  </a:solidFill>
                  <a:latin typeface="Poppins Medium"/>
                  <a:ea typeface="Poppins Medium"/>
                  <a:cs typeface="Poppins Medium"/>
                  <a:sym typeface="Poppins Medium"/>
                </a:rPr>
                <a:t>Year</a:t>
              </a:r>
              <a:endParaRPr/>
            </a:p>
          </p:txBody>
        </p:sp>
        <p:sp>
          <p:nvSpPr>
            <p:cNvPr id="185" name="Google Shape;185;p26"/>
            <p:cNvSpPr txBox="1"/>
            <p:nvPr/>
          </p:nvSpPr>
          <p:spPr>
            <a:xfrm>
              <a:off x="3040725" y="5058335"/>
              <a:ext cx="2944800" cy="2541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650" b="0" i="0" u="none" strike="noStrike" cap="none">
                  <a:solidFill>
                    <a:srgbClr val="0F172A"/>
                  </a:solidFill>
                  <a:latin typeface="Poppins Medium"/>
                  <a:ea typeface="Poppins Medium"/>
                  <a:cs typeface="Poppins Medium"/>
                  <a:sym typeface="Poppins Medium"/>
                </a:rPr>
                <a:t>Runtime</a:t>
              </a:r>
              <a:endParaRPr/>
            </a:p>
          </p:txBody>
        </p:sp>
        <p:sp>
          <p:nvSpPr>
            <p:cNvPr id="186" name="Google Shape;186;p26"/>
            <p:cNvSpPr txBox="1"/>
            <p:nvPr/>
          </p:nvSpPr>
          <p:spPr>
            <a:xfrm>
              <a:off x="3067050" y="5812276"/>
              <a:ext cx="2944800" cy="2541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650" b="0" i="0" u="none" strike="noStrike" cap="none">
                  <a:solidFill>
                    <a:srgbClr val="0F172A"/>
                  </a:solidFill>
                  <a:latin typeface="Poppins Medium"/>
                  <a:ea typeface="Poppins Medium"/>
                  <a:cs typeface="Poppins Medium"/>
                  <a:sym typeface="Poppins Medium"/>
                </a:rPr>
                <a:t>Genre</a:t>
              </a:r>
              <a:endParaRPr/>
            </a:p>
          </p:txBody>
        </p:sp>
        <p:pic>
          <p:nvPicPr>
            <p:cNvPr id="187" name="Google Shape;187;p26" descr="image.png"/>
            <p:cNvPicPr preferRelativeResize="0"/>
            <p:nvPr/>
          </p:nvPicPr>
          <p:blipFill rotWithShape="1">
            <a:blip r:embed="rId16">
              <a:alphaModFix/>
            </a:blip>
            <a:srcRect/>
            <a:stretch/>
          </p:blipFill>
          <p:spPr>
            <a:xfrm>
              <a:off x="1000125" y="4240474"/>
              <a:ext cx="866775" cy="390525"/>
            </a:xfrm>
            <a:prstGeom prst="rect">
              <a:avLst/>
            </a:prstGeom>
            <a:noFill/>
            <a:ln>
              <a:noFill/>
            </a:ln>
          </p:spPr>
        </p:pic>
        <p:pic>
          <p:nvPicPr>
            <p:cNvPr id="188" name="Google Shape;188;p26" descr="image.png"/>
            <p:cNvPicPr preferRelativeResize="0"/>
            <p:nvPr/>
          </p:nvPicPr>
          <p:blipFill rotWithShape="1">
            <a:blip r:embed="rId17">
              <a:alphaModFix/>
            </a:blip>
            <a:srcRect/>
            <a:stretch/>
          </p:blipFill>
          <p:spPr>
            <a:xfrm>
              <a:off x="1981200" y="4363619"/>
              <a:ext cx="171450" cy="171450"/>
            </a:xfrm>
            <a:prstGeom prst="rect">
              <a:avLst/>
            </a:prstGeom>
            <a:noFill/>
            <a:ln>
              <a:noFill/>
            </a:ln>
          </p:spPr>
        </p:pic>
        <p:pic>
          <p:nvPicPr>
            <p:cNvPr id="189" name="Google Shape;189;p26" descr="image.png"/>
            <p:cNvPicPr preferRelativeResize="0"/>
            <p:nvPr/>
          </p:nvPicPr>
          <p:blipFill rotWithShape="1">
            <a:blip r:embed="rId18">
              <a:alphaModFix/>
            </a:blip>
            <a:srcRect/>
            <a:stretch/>
          </p:blipFill>
          <p:spPr>
            <a:xfrm>
              <a:off x="1008900" y="4807892"/>
              <a:ext cx="1649313" cy="704850"/>
            </a:xfrm>
            <a:prstGeom prst="rect">
              <a:avLst/>
            </a:prstGeom>
            <a:noFill/>
            <a:ln>
              <a:noFill/>
            </a:ln>
          </p:spPr>
        </p:pic>
        <p:pic>
          <p:nvPicPr>
            <p:cNvPr id="190" name="Google Shape;190;p26" descr="image.png"/>
            <p:cNvPicPr preferRelativeResize="0"/>
            <p:nvPr/>
          </p:nvPicPr>
          <p:blipFill rotWithShape="1">
            <a:blip r:embed="rId19">
              <a:alphaModFix/>
            </a:blip>
            <a:srcRect/>
            <a:stretch/>
          </p:blipFill>
          <p:spPr>
            <a:xfrm>
              <a:off x="2763738" y="5115413"/>
              <a:ext cx="171450" cy="171450"/>
            </a:xfrm>
            <a:prstGeom prst="rect">
              <a:avLst/>
            </a:prstGeom>
            <a:noFill/>
            <a:ln>
              <a:noFill/>
            </a:ln>
          </p:spPr>
        </p:pic>
        <p:pic>
          <p:nvPicPr>
            <p:cNvPr id="191" name="Google Shape;191;p26" descr="image.png"/>
            <p:cNvPicPr preferRelativeResize="0"/>
            <p:nvPr/>
          </p:nvPicPr>
          <p:blipFill rotWithShape="1">
            <a:blip r:embed="rId20">
              <a:alphaModFix/>
            </a:blip>
            <a:srcRect/>
            <a:stretch/>
          </p:blipFill>
          <p:spPr>
            <a:xfrm>
              <a:off x="1000125" y="5676028"/>
              <a:ext cx="1666875" cy="390525"/>
            </a:xfrm>
            <a:prstGeom prst="rect">
              <a:avLst/>
            </a:prstGeom>
            <a:noFill/>
            <a:ln>
              <a:noFill/>
            </a:ln>
          </p:spPr>
        </p:pic>
        <p:pic>
          <p:nvPicPr>
            <p:cNvPr id="192" name="Google Shape;192;p26" descr="image.png"/>
            <p:cNvPicPr preferRelativeResize="0"/>
            <p:nvPr/>
          </p:nvPicPr>
          <p:blipFill rotWithShape="1">
            <a:blip r:embed="rId17">
              <a:alphaModFix/>
            </a:blip>
            <a:srcRect/>
            <a:stretch/>
          </p:blipFill>
          <p:spPr>
            <a:xfrm>
              <a:off x="2781300" y="5853601"/>
              <a:ext cx="171450" cy="171450"/>
            </a:xfrm>
            <a:prstGeom prst="rect">
              <a:avLst/>
            </a:prstGeom>
            <a:noFill/>
            <a:ln>
              <a:noFill/>
            </a:ln>
          </p:spPr>
        </p:pic>
      </p:grpSp>
      <p:pic>
        <p:nvPicPr>
          <p:cNvPr id="193" name="Google Shape;193;p26" descr="image.png"/>
          <p:cNvPicPr preferRelativeResize="0"/>
          <p:nvPr/>
        </p:nvPicPr>
        <p:blipFill rotWithShape="1">
          <a:blip r:embed="rId21">
            <a:alphaModFix/>
          </a:blip>
          <a:srcRect/>
          <a:stretch/>
        </p:blipFill>
        <p:spPr>
          <a:xfrm>
            <a:off x="8447335" y="4431435"/>
            <a:ext cx="1257300" cy="390525"/>
          </a:xfrm>
          <a:prstGeom prst="rect">
            <a:avLst/>
          </a:prstGeom>
          <a:noFill/>
          <a:ln>
            <a:noFill/>
          </a:ln>
        </p:spPr>
      </p:pic>
      <p:pic>
        <p:nvPicPr>
          <p:cNvPr id="194" name="Google Shape;194;p26" descr="image.png"/>
          <p:cNvPicPr preferRelativeResize="0"/>
          <p:nvPr/>
        </p:nvPicPr>
        <p:blipFill rotWithShape="1">
          <a:blip r:embed="rId22">
            <a:alphaModFix/>
          </a:blip>
          <a:srcRect/>
          <a:stretch/>
        </p:blipFill>
        <p:spPr>
          <a:xfrm>
            <a:off x="8447335" y="5012460"/>
            <a:ext cx="1333500" cy="3905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1F3F4"/>
        </a:solidFill>
        <a:effectLst/>
      </p:bgPr>
    </p:bg>
    <p:spTree>
      <p:nvGrpSpPr>
        <p:cNvPr id="1" name="Shape 199"/>
        <p:cNvGrpSpPr/>
        <p:nvPr/>
      </p:nvGrpSpPr>
      <p:grpSpPr>
        <a:xfrm>
          <a:off x="0" y="0"/>
          <a:ext cx="0" cy="0"/>
          <a:chOff x="0" y="0"/>
          <a:chExt cx="0" cy="0"/>
        </a:xfrm>
      </p:grpSpPr>
      <p:pic>
        <p:nvPicPr>
          <p:cNvPr id="200" name="Google Shape;200;p27" descr="image.png"/>
          <p:cNvPicPr preferRelativeResize="0"/>
          <p:nvPr/>
        </p:nvPicPr>
        <p:blipFill rotWithShape="1">
          <a:blip r:embed="rId3">
            <a:alphaModFix/>
          </a:blip>
          <a:srcRect/>
          <a:stretch/>
        </p:blipFill>
        <p:spPr>
          <a:xfrm>
            <a:off x="9906000" y="3979282"/>
            <a:ext cx="1905000" cy="1143000"/>
          </a:xfrm>
          <a:prstGeom prst="rect">
            <a:avLst/>
          </a:prstGeom>
          <a:noFill/>
          <a:ln>
            <a:noFill/>
          </a:ln>
        </p:spPr>
      </p:pic>
      <p:pic>
        <p:nvPicPr>
          <p:cNvPr id="201" name="Google Shape;201;p27" descr="image.png"/>
          <p:cNvPicPr preferRelativeResize="0"/>
          <p:nvPr/>
        </p:nvPicPr>
        <p:blipFill rotWithShape="1">
          <a:blip r:embed="rId4">
            <a:alphaModFix/>
          </a:blip>
          <a:srcRect/>
          <a:stretch/>
        </p:blipFill>
        <p:spPr>
          <a:xfrm>
            <a:off x="8001000" y="1836157"/>
            <a:ext cx="2000250" cy="1800225"/>
          </a:xfrm>
          <a:prstGeom prst="rect">
            <a:avLst/>
          </a:prstGeom>
          <a:noFill/>
          <a:ln>
            <a:noFill/>
          </a:ln>
        </p:spPr>
      </p:pic>
      <p:sp>
        <p:nvSpPr>
          <p:cNvPr id="202" name="Google Shape;202;p27"/>
          <p:cNvSpPr txBox="1"/>
          <p:nvPr/>
        </p:nvSpPr>
        <p:spPr>
          <a:xfrm>
            <a:off x="476250" y="381000"/>
            <a:ext cx="11715900" cy="5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450" b="1">
                <a:solidFill>
                  <a:srgbClr val="0F172A"/>
                </a:solidFill>
                <a:latin typeface="Outfit"/>
                <a:ea typeface="Outfit"/>
                <a:cs typeface="Outfit"/>
                <a:sym typeface="Outfit"/>
              </a:rPr>
              <a:t>High Level Architecture: </a:t>
            </a:r>
            <a:r>
              <a:rPr lang="en-US" sz="3450" b="1" i="0" u="none" strike="noStrike" cap="none">
                <a:solidFill>
                  <a:srgbClr val="0F172A"/>
                </a:solidFill>
                <a:latin typeface="Outfit"/>
                <a:ea typeface="Outfit"/>
                <a:cs typeface="Outfit"/>
                <a:sym typeface="Outfit"/>
              </a:rPr>
              <a:t> ReAct </a:t>
            </a:r>
            <a:endParaRPr/>
          </a:p>
        </p:txBody>
      </p:sp>
      <p:pic>
        <p:nvPicPr>
          <p:cNvPr id="203" name="Google Shape;203;p27" descr="image.png"/>
          <p:cNvPicPr preferRelativeResize="0"/>
          <p:nvPr/>
        </p:nvPicPr>
        <p:blipFill rotWithShape="1">
          <a:blip r:embed="rId5">
            <a:alphaModFix/>
          </a:blip>
          <a:srcRect/>
          <a:stretch/>
        </p:blipFill>
        <p:spPr>
          <a:xfrm>
            <a:off x="619125" y="2840751"/>
            <a:ext cx="1809750" cy="514350"/>
          </a:xfrm>
          <a:prstGeom prst="rect">
            <a:avLst/>
          </a:prstGeom>
          <a:noFill/>
          <a:ln>
            <a:noFill/>
          </a:ln>
        </p:spPr>
      </p:pic>
      <p:pic>
        <p:nvPicPr>
          <p:cNvPr id="204" name="Google Shape;204;p27" descr="image.png"/>
          <p:cNvPicPr preferRelativeResize="0"/>
          <p:nvPr/>
        </p:nvPicPr>
        <p:blipFill rotWithShape="1">
          <a:blip r:embed="rId6">
            <a:alphaModFix/>
          </a:blip>
          <a:srcRect/>
          <a:stretch/>
        </p:blipFill>
        <p:spPr>
          <a:xfrm>
            <a:off x="8201025" y="2349285"/>
            <a:ext cx="1600200" cy="314325"/>
          </a:xfrm>
          <a:prstGeom prst="rect">
            <a:avLst/>
          </a:prstGeom>
          <a:noFill/>
          <a:ln>
            <a:noFill/>
          </a:ln>
        </p:spPr>
      </p:pic>
      <p:pic>
        <p:nvPicPr>
          <p:cNvPr id="205" name="Google Shape;205;p27" descr="image.png"/>
          <p:cNvPicPr preferRelativeResize="0"/>
          <p:nvPr/>
        </p:nvPicPr>
        <p:blipFill rotWithShape="1">
          <a:blip r:embed="rId7">
            <a:alphaModFix/>
          </a:blip>
          <a:srcRect/>
          <a:stretch/>
        </p:blipFill>
        <p:spPr>
          <a:xfrm>
            <a:off x="8201025" y="2723204"/>
            <a:ext cx="1600200" cy="314325"/>
          </a:xfrm>
          <a:prstGeom prst="rect">
            <a:avLst/>
          </a:prstGeom>
          <a:noFill/>
          <a:ln>
            <a:noFill/>
          </a:ln>
        </p:spPr>
      </p:pic>
      <p:pic>
        <p:nvPicPr>
          <p:cNvPr id="206" name="Google Shape;206;p27" descr="image.png"/>
          <p:cNvPicPr preferRelativeResize="0"/>
          <p:nvPr/>
        </p:nvPicPr>
        <p:blipFill rotWithShape="1">
          <a:blip r:embed="rId8">
            <a:alphaModFix/>
          </a:blip>
          <a:srcRect/>
          <a:stretch/>
        </p:blipFill>
        <p:spPr>
          <a:xfrm>
            <a:off x="8201025" y="3101275"/>
            <a:ext cx="1600200" cy="314325"/>
          </a:xfrm>
          <a:prstGeom prst="rect">
            <a:avLst/>
          </a:prstGeom>
          <a:noFill/>
          <a:ln>
            <a:noFill/>
          </a:ln>
        </p:spPr>
      </p:pic>
      <p:pic>
        <p:nvPicPr>
          <p:cNvPr id="207" name="Google Shape;207;p27" descr="image.png"/>
          <p:cNvPicPr preferRelativeResize="0"/>
          <p:nvPr/>
        </p:nvPicPr>
        <p:blipFill rotWithShape="1">
          <a:blip r:embed="rId9">
            <a:alphaModFix/>
          </a:blip>
          <a:srcRect/>
          <a:stretch/>
        </p:blipFill>
        <p:spPr>
          <a:xfrm>
            <a:off x="3048000" y="1598032"/>
            <a:ext cx="4953000" cy="4000500"/>
          </a:xfrm>
          <a:prstGeom prst="rect">
            <a:avLst/>
          </a:prstGeom>
          <a:noFill/>
          <a:ln>
            <a:noFill/>
          </a:ln>
        </p:spPr>
      </p:pic>
      <p:pic>
        <p:nvPicPr>
          <p:cNvPr id="208" name="Google Shape;208;p27" descr="image.png"/>
          <p:cNvPicPr preferRelativeResize="0"/>
          <p:nvPr/>
        </p:nvPicPr>
        <p:blipFill rotWithShape="1">
          <a:blip r:embed="rId10">
            <a:alphaModFix/>
          </a:blip>
          <a:srcRect/>
          <a:stretch/>
        </p:blipFill>
        <p:spPr>
          <a:xfrm>
            <a:off x="381000" y="2002551"/>
            <a:ext cx="2286000" cy="1333500"/>
          </a:xfrm>
          <a:prstGeom prst="rect">
            <a:avLst/>
          </a:prstGeom>
          <a:noFill/>
          <a:ln>
            <a:noFill/>
          </a:ln>
        </p:spPr>
      </p:pic>
      <p:pic>
        <p:nvPicPr>
          <p:cNvPr id="209" name="Google Shape;209;p27" descr="image.png"/>
          <p:cNvPicPr preferRelativeResize="0"/>
          <p:nvPr/>
        </p:nvPicPr>
        <p:blipFill rotWithShape="1">
          <a:blip r:embed="rId11">
            <a:alphaModFix/>
          </a:blip>
          <a:srcRect/>
          <a:stretch/>
        </p:blipFill>
        <p:spPr>
          <a:xfrm>
            <a:off x="3429000" y="2169532"/>
            <a:ext cx="1524000" cy="952500"/>
          </a:xfrm>
          <a:prstGeom prst="rect">
            <a:avLst/>
          </a:prstGeom>
          <a:noFill/>
          <a:ln>
            <a:noFill/>
          </a:ln>
        </p:spPr>
      </p:pic>
      <p:pic>
        <p:nvPicPr>
          <p:cNvPr id="210" name="Google Shape;210;p27" descr="image.png"/>
          <p:cNvPicPr preferRelativeResize="0"/>
          <p:nvPr/>
        </p:nvPicPr>
        <p:blipFill rotWithShape="1">
          <a:blip r:embed="rId12">
            <a:alphaModFix/>
          </a:blip>
          <a:srcRect/>
          <a:stretch/>
        </p:blipFill>
        <p:spPr>
          <a:xfrm>
            <a:off x="6096000" y="2169532"/>
            <a:ext cx="1524000" cy="952500"/>
          </a:xfrm>
          <a:prstGeom prst="rect">
            <a:avLst/>
          </a:prstGeom>
          <a:noFill/>
          <a:ln>
            <a:noFill/>
          </a:ln>
        </p:spPr>
      </p:pic>
      <p:pic>
        <p:nvPicPr>
          <p:cNvPr id="211" name="Google Shape;211;p27" descr="image.png"/>
          <p:cNvPicPr preferRelativeResize="0"/>
          <p:nvPr/>
        </p:nvPicPr>
        <p:blipFill rotWithShape="1">
          <a:blip r:embed="rId13">
            <a:alphaModFix/>
          </a:blip>
          <a:srcRect/>
          <a:stretch/>
        </p:blipFill>
        <p:spPr>
          <a:xfrm>
            <a:off x="6096000" y="4074532"/>
            <a:ext cx="1524000" cy="952500"/>
          </a:xfrm>
          <a:prstGeom prst="rect">
            <a:avLst/>
          </a:prstGeom>
          <a:noFill/>
          <a:ln>
            <a:noFill/>
          </a:ln>
        </p:spPr>
      </p:pic>
      <p:pic>
        <p:nvPicPr>
          <p:cNvPr id="212" name="Google Shape;212;p27" descr="image.png"/>
          <p:cNvPicPr preferRelativeResize="0"/>
          <p:nvPr/>
        </p:nvPicPr>
        <p:blipFill rotWithShape="1">
          <a:blip r:embed="rId14">
            <a:alphaModFix/>
          </a:blip>
          <a:srcRect/>
          <a:stretch/>
        </p:blipFill>
        <p:spPr>
          <a:xfrm>
            <a:off x="3429000" y="4074532"/>
            <a:ext cx="1524000" cy="952500"/>
          </a:xfrm>
          <a:prstGeom prst="rect">
            <a:avLst/>
          </a:prstGeom>
          <a:noFill/>
          <a:ln>
            <a:noFill/>
          </a:ln>
        </p:spPr>
      </p:pic>
      <p:sp>
        <p:nvSpPr>
          <p:cNvPr id="213" name="Google Shape;213;p27"/>
          <p:cNvSpPr/>
          <p:nvPr/>
        </p:nvSpPr>
        <p:spPr>
          <a:xfrm>
            <a:off x="4457700" y="1464682"/>
            <a:ext cx="2133600" cy="190500"/>
          </a:xfrm>
          <a:prstGeom prst="rect">
            <a:avLst/>
          </a:prstGeom>
          <a:solidFill>
            <a:srgbClr val="F7F5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214" name="Google Shape;214;p27"/>
          <p:cNvSpPr txBox="1"/>
          <p:nvPr/>
        </p:nvSpPr>
        <p:spPr>
          <a:xfrm>
            <a:off x="4610100" y="1464682"/>
            <a:ext cx="1828800" cy="1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64748B"/>
                </a:solidFill>
                <a:latin typeface="Outfit SemiBold"/>
                <a:ea typeface="Outfit SemiBold"/>
                <a:cs typeface="Outfit SemiBold"/>
                <a:sym typeface="Outfit SemiBold"/>
              </a:rPr>
              <a:t>MOVIBOT REACT LOOP</a:t>
            </a:r>
            <a:endParaRPr/>
          </a:p>
        </p:txBody>
      </p:sp>
      <p:sp>
        <p:nvSpPr>
          <p:cNvPr id="215" name="Google Shape;215;p27"/>
          <p:cNvSpPr/>
          <p:nvPr/>
        </p:nvSpPr>
        <p:spPr>
          <a:xfrm>
            <a:off x="2667000" y="2645782"/>
            <a:ext cx="666900" cy="38100"/>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216" name="Google Shape;216;p27"/>
          <p:cNvSpPr/>
          <p:nvPr/>
        </p:nvSpPr>
        <p:spPr>
          <a:xfrm>
            <a:off x="4953000" y="2645782"/>
            <a:ext cx="1047900" cy="38100"/>
          </a:xfrm>
          <a:prstGeom prst="rect">
            <a:avLst/>
          </a:prstGeom>
          <a:solidFill>
            <a:srgbClr val="EA580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217" name="Google Shape;217;p27"/>
          <p:cNvSpPr/>
          <p:nvPr/>
        </p:nvSpPr>
        <p:spPr>
          <a:xfrm>
            <a:off x="6838950" y="3122032"/>
            <a:ext cx="38100" cy="857400"/>
          </a:xfrm>
          <a:prstGeom prst="rect">
            <a:avLst/>
          </a:prstGeom>
          <a:solidFill>
            <a:srgbClr val="EA580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218" name="Google Shape;218;p27"/>
          <p:cNvSpPr/>
          <p:nvPr/>
        </p:nvSpPr>
        <p:spPr>
          <a:xfrm>
            <a:off x="5048250" y="4550782"/>
            <a:ext cx="1047900" cy="38100"/>
          </a:xfrm>
          <a:prstGeom prst="rect">
            <a:avLst/>
          </a:prstGeom>
          <a:solidFill>
            <a:srgbClr val="EA580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219" name="Google Shape;219;p27"/>
          <p:cNvSpPr/>
          <p:nvPr/>
        </p:nvSpPr>
        <p:spPr>
          <a:xfrm>
            <a:off x="4171950" y="3217282"/>
            <a:ext cx="38100" cy="857400"/>
          </a:xfrm>
          <a:prstGeom prst="rect">
            <a:avLst/>
          </a:prstGeom>
          <a:solidFill>
            <a:srgbClr val="EA580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220" name="Google Shape;220;p27"/>
          <p:cNvSpPr/>
          <p:nvPr/>
        </p:nvSpPr>
        <p:spPr>
          <a:xfrm>
            <a:off x="7633607" y="2455282"/>
            <a:ext cx="285900" cy="28500"/>
          </a:xfrm>
          <a:prstGeom prst="rect">
            <a:avLst/>
          </a:prstGeom>
          <a:noFill/>
          <a:ln w="2857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pic>
        <p:nvPicPr>
          <p:cNvPr id="221" name="Google Shape;221;p27" descr="image.png"/>
          <p:cNvPicPr preferRelativeResize="0"/>
          <p:nvPr/>
        </p:nvPicPr>
        <p:blipFill rotWithShape="1">
          <a:blip r:embed="rId15">
            <a:alphaModFix/>
          </a:blip>
          <a:srcRect/>
          <a:stretch/>
        </p:blipFill>
        <p:spPr>
          <a:xfrm>
            <a:off x="7697561" y="3642111"/>
            <a:ext cx="1333500" cy="1047750"/>
          </a:xfrm>
          <a:prstGeom prst="rect">
            <a:avLst/>
          </a:prstGeom>
          <a:noFill/>
          <a:ln>
            <a:noFill/>
          </a:ln>
        </p:spPr>
      </p:pic>
      <p:pic>
        <p:nvPicPr>
          <p:cNvPr id="222" name="Google Shape;222;p27" descr="image.png"/>
          <p:cNvPicPr preferRelativeResize="0"/>
          <p:nvPr/>
        </p:nvPicPr>
        <p:blipFill rotWithShape="1">
          <a:blip r:embed="rId16">
            <a:alphaModFix/>
          </a:blip>
          <a:srcRect/>
          <a:stretch/>
        </p:blipFill>
        <p:spPr>
          <a:xfrm>
            <a:off x="4191000" y="4564389"/>
            <a:ext cx="5715000" cy="1809750"/>
          </a:xfrm>
          <a:prstGeom prst="rect">
            <a:avLst/>
          </a:prstGeom>
          <a:noFill/>
          <a:ln>
            <a:noFill/>
          </a:ln>
        </p:spPr>
      </p:pic>
      <p:sp>
        <p:nvSpPr>
          <p:cNvPr id="223" name="Google Shape;223;p27"/>
          <p:cNvSpPr txBox="1"/>
          <p:nvPr/>
        </p:nvSpPr>
        <p:spPr>
          <a:xfrm>
            <a:off x="923925" y="1983501"/>
            <a:ext cx="1505100" cy="2541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650" b="1" i="0" u="none" strike="noStrike" cap="none">
                <a:solidFill>
                  <a:srgbClr val="0F172A"/>
                </a:solidFill>
                <a:latin typeface="Outfit"/>
                <a:ea typeface="Outfit"/>
                <a:cs typeface="Outfit"/>
                <a:sym typeface="Outfit"/>
              </a:rPr>
              <a:t>User request</a:t>
            </a:r>
            <a:endParaRPr/>
          </a:p>
        </p:txBody>
      </p:sp>
      <p:sp>
        <p:nvSpPr>
          <p:cNvPr id="224" name="Google Shape;224;p27"/>
          <p:cNvSpPr txBox="1"/>
          <p:nvPr/>
        </p:nvSpPr>
        <p:spPr>
          <a:xfrm>
            <a:off x="3857711" y="2532182"/>
            <a:ext cx="752400" cy="23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1" i="0" u="none" strike="noStrike" cap="none">
                <a:solidFill>
                  <a:srgbClr val="0F172A"/>
                </a:solidFill>
                <a:latin typeface="Outfit"/>
                <a:ea typeface="Outfit"/>
                <a:cs typeface="Outfit"/>
                <a:sym typeface="Outfit"/>
              </a:rPr>
              <a:t>Reason</a:t>
            </a:r>
            <a:endParaRPr/>
          </a:p>
        </p:txBody>
      </p:sp>
      <p:sp>
        <p:nvSpPr>
          <p:cNvPr id="225" name="Google Shape;225;p27"/>
          <p:cNvSpPr txBox="1"/>
          <p:nvPr/>
        </p:nvSpPr>
        <p:spPr>
          <a:xfrm>
            <a:off x="6700837" y="2426707"/>
            <a:ext cx="314400" cy="23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1" i="0" u="none" strike="noStrike" cap="none">
                <a:solidFill>
                  <a:srgbClr val="0F172A"/>
                </a:solidFill>
                <a:latin typeface="Outfit"/>
                <a:ea typeface="Outfit"/>
                <a:cs typeface="Outfit"/>
                <a:sym typeface="Outfit"/>
              </a:rPr>
              <a:t>Act</a:t>
            </a:r>
            <a:endParaRPr/>
          </a:p>
        </p:txBody>
      </p:sp>
      <p:sp>
        <p:nvSpPr>
          <p:cNvPr id="226" name="Google Shape;226;p27"/>
          <p:cNvSpPr txBox="1"/>
          <p:nvPr/>
        </p:nvSpPr>
        <p:spPr>
          <a:xfrm>
            <a:off x="6481837" y="4454332"/>
            <a:ext cx="752400" cy="23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1" i="0" u="none" strike="noStrike" cap="none">
                <a:solidFill>
                  <a:srgbClr val="0F172A"/>
                </a:solidFill>
                <a:latin typeface="Outfit"/>
                <a:ea typeface="Outfit"/>
                <a:cs typeface="Outfit"/>
                <a:sym typeface="Outfit"/>
              </a:rPr>
              <a:t>Observe</a:t>
            </a:r>
            <a:endParaRPr/>
          </a:p>
        </p:txBody>
      </p:sp>
      <p:sp>
        <p:nvSpPr>
          <p:cNvPr id="227" name="Google Shape;227;p27"/>
          <p:cNvSpPr txBox="1"/>
          <p:nvPr/>
        </p:nvSpPr>
        <p:spPr>
          <a:xfrm>
            <a:off x="3500437" y="4426957"/>
            <a:ext cx="1381200" cy="23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1">
                <a:solidFill>
                  <a:srgbClr val="0F172A"/>
                </a:solidFill>
                <a:latin typeface="Outfit"/>
                <a:ea typeface="Outfit"/>
                <a:cs typeface="Outfit"/>
                <a:sym typeface="Outfit"/>
              </a:rPr>
              <a:t>Stop?</a:t>
            </a:r>
            <a:endParaRPr/>
          </a:p>
        </p:txBody>
      </p:sp>
      <p:sp>
        <p:nvSpPr>
          <p:cNvPr id="228" name="Google Shape;228;p27"/>
          <p:cNvSpPr txBox="1"/>
          <p:nvPr/>
        </p:nvSpPr>
        <p:spPr>
          <a:xfrm>
            <a:off x="8434387" y="1990517"/>
            <a:ext cx="1366800" cy="1848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64748B"/>
                </a:solidFill>
                <a:latin typeface="Outfit"/>
                <a:ea typeface="Outfit"/>
                <a:cs typeface="Outfit"/>
                <a:sym typeface="Outfit"/>
              </a:rPr>
              <a:t>TOOLS</a:t>
            </a:r>
            <a:endParaRPr/>
          </a:p>
        </p:txBody>
      </p:sp>
      <p:pic>
        <p:nvPicPr>
          <p:cNvPr id="229" name="Google Shape;229;p27" descr="image.png"/>
          <p:cNvPicPr preferRelativeResize="0"/>
          <p:nvPr/>
        </p:nvPicPr>
        <p:blipFill rotWithShape="1">
          <a:blip r:embed="rId17">
            <a:alphaModFix/>
          </a:blip>
          <a:srcRect/>
          <a:stretch/>
        </p:blipFill>
        <p:spPr>
          <a:xfrm>
            <a:off x="619125" y="2012076"/>
            <a:ext cx="209550" cy="209550"/>
          </a:xfrm>
          <a:prstGeom prst="rect">
            <a:avLst/>
          </a:prstGeom>
          <a:noFill/>
          <a:ln>
            <a:noFill/>
          </a:ln>
        </p:spPr>
      </p:pic>
      <p:pic>
        <p:nvPicPr>
          <p:cNvPr id="230" name="Google Shape;230;p27" descr="image.png"/>
          <p:cNvPicPr preferRelativeResize="0"/>
          <p:nvPr/>
        </p:nvPicPr>
        <p:blipFill rotWithShape="1">
          <a:blip r:embed="rId18">
            <a:alphaModFix/>
          </a:blip>
          <a:srcRect/>
          <a:stretch/>
        </p:blipFill>
        <p:spPr>
          <a:xfrm>
            <a:off x="8201025" y="1997113"/>
            <a:ext cx="157162" cy="152400"/>
          </a:xfrm>
          <a:prstGeom prst="rect">
            <a:avLst/>
          </a:prstGeom>
          <a:noFill/>
          <a:ln>
            <a:noFill/>
          </a:ln>
        </p:spPr>
      </p:pic>
      <p:pic>
        <p:nvPicPr>
          <p:cNvPr id="231" name="Google Shape;231;p27" descr="image.png"/>
          <p:cNvPicPr preferRelativeResize="0"/>
          <p:nvPr/>
        </p:nvPicPr>
        <p:blipFill rotWithShape="1">
          <a:blip r:embed="rId19">
            <a:alphaModFix/>
          </a:blip>
          <a:srcRect/>
          <a:stretch/>
        </p:blipFill>
        <p:spPr>
          <a:xfrm>
            <a:off x="10144125" y="4112632"/>
            <a:ext cx="209550" cy="209550"/>
          </a:xfrm>
          <a:prstGeom prst="rect">
            <a:avLst/>
          </a:prstGeom>
          <a:noFill/>
          <a:ln>
            <a:noFill/>
          </a:ln>
        </p:spPr>
      </p:pic>
      <p:sp>
        <p:nvSpPr>
          <p:cNvPr id="232" name="Google Shape;232;p27"/>
          <p:cNvSpPr txBox="1"/>
          <p:nvPr/>
        </p:nvSpPr>
        <p:spPr>
          <a:xfrm>
            <a:off x="3476625" y="3645907"/>
            <a:ext cx="6954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EA580C"/>
                </a:solidFill>
                <a:latin typeface="Inter SemiBold"/>
                <a:ea typeface="Inter SemiBold"/>
                <a:cs typeface="Inter SemiBold"/>
                <a:sym typeface="Inter SemiBold"/>
              </a:rPr>
              <a:t>No → loop</a:t>
            </a:r>
            <a:endParaRPr/>
          </a:p>
        </p:txBody>
      </p:sp>
      <p:sp>
        <p:nvSpPr>
          <p:cNvPr id="233" name="Google Shape;233;p27"/>
          <p:cNvSpPr txBox="1"/>
          <p:nvPr/>
        </p:nvSpPr>
        <p:spPr>
          <a:xfrm>
            <a:off x="6103552" y="6084885"/>
            <a:ext cx="9336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EA580C"/>
                </a:solidFill>
                <a:latin typeface="Inter SemiBold"/>
                <a:ea typeface="Inter SemiBold"/>
                <a:cs typeface="Inter SemiBold"/>
                <a:sym typeface="Inter SemiBold"/>
              </a:rPr>
              <a:t>Yes → answer</a:t>
            </a:r>
            <a:endParaRPr/>
          </a:p>
        </p:txBody>
      </p:sp>
      <p:sp>
        <p:nvSpPr>
          <p:cNvPr id="234" name="Google Shape;234;p27"/>
          <p:cNvSpPr txBox="1"/>
          <p:nvPr/>
        </p:nvSpPr>
        <p:spPr>
          <a:xfrm>
            <a:off x="10375050" y="4369057"/>
            <a:ext cx="966900" cy="5079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50" b="1" i="0" u="none" strike="noStrike" cap="none">
                <a:solidFill>
                  <a:srgbClr val="0F172A"/>
                </a:solidFill>
                <a:latin typeface="Outfit"/>
                <a:ea typeface="Outfit"/>
                <a:cs typeface="Outfit"/>
                <a:sym typeface="Outfit"/>
              </a:rPr>
              <a:t>Final answer</a:t>
            </a:r>
            <a:endParaRPr/>
          </a:p>
        </p:txBody>
      </p:sp>
      <p:pic>
        <p:nvPicPr>
          <p:cNvPr id="235" name="Google Shape;235;p27" descr="image.png"/>
          <p:cNvPicPr preferRelativeResize="0"/>
          <p:nvPr/>
        </p:nvPicPr>
        <p:blipFill rotWithShape="1">
          <a:blip r:embed="rId5">
            <a:alphaModFix/>
          </a:blip>
          <a:srcRect/>
          <a:stretch/>
        </p:blipFill>
        <p:spPr>
          <a:xfrm>
            <a:off x="476250" y="2407632"/>
            <a:ext cx="2047875" cy="58203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1F3F4"/>
        </a:solidFill>
        <a:effectLst/>
      </p:bgPr>
    </p:bg>
    <p:spTree>
      <p:nvGrpSpPr>
        <p:cNvPr id="1" name="Shape 240"/>
        <p:cNvGrpSpPr/>
        <p:nvPr/>
      </p:nvGrpSpPr>
      <p:grpSpPr>
        <a:xfrm>
          <a:off x="0" y="0"/>
          <a:ext cx="0" cy="0"/>
          <a:chOff x="0" y="0"/>
          <a:chExt cx="0" cy="0"/>
        </a:xfrm>
      </p:grpSpPr>
      <p:pic>
        <p:nvPicPr>
          <p:cNvPr id="241" name="Google Shape;241;p28" descr="image.png"/>
          <p:cNvPicPr preferRelativeResize="0"/>
          <p:nvPr/>
        </p:nvPicPr>
        <p:blipFill rotWithShape="1">
          <a:blip r:embed="rId3">
            <a:alphaModFix/>
          </a:blip>
          <a:srcRect/>
          <a:stretch/>
        </p:blipFill>
        <p:spPr>
          <a:xfrm>
            <a:off x="762000" y="1689615"/>
            <a:ext cx="5214937" cy="1981200"/>
          </a:xfrm>
          <a:prstGeom prst="rect">
            <a:avLst/>
          </a:prstGeom>
          <a:noFill/>
          <a:ln>
            <a:noFill/>
          </a:ln>
        </p:spPr>
      </p:pic>
      <p:pic>
        <p:nvPicPr>
          <p:cNvPr id="242" name="Google Shape;242;p28" descr="image.png"/>
          <p:cNvPicPr preferRelativeResize="0"/>
          <p:nvPr/>
        </p:nvPicPr>
        <p:blipFill rotWithShape="1">
          <a:blip r:embed="rId4">
            <a:alphaModFix/>
          </a:blip>
          <a:srcRect/>
          <a:stretch/>
        </p:blipFill>
        <p:spPr>
          <a:xfrm>
            <a:off x="6215062" y="1689615"/>
            <a:ext cx="5214937" cy="1981200"/>
          </a:xfrm>
          <a:prstGeom prst="rect">
            <a:avLst/>
          </a:prstGeom>
          <a:noFill/>
          <a:ln>
            <a:noFill/>
          </a:ln>
        </p:spPr>
      </p:pic>
      <p:pic>
        <p:nvPicPr>
          <p:cNvPr id="243" name="Google Shape;243;p28" descr="image.png"/>
          <p:cNvPicPr preferRelativeResize="0"/>
          <p:nvPr/>
        </p:nvPicPr>
        <p:blipFill rotWithShape="1">
          <a:blip r:embed="rId3">
            <a:alphaModFix/>
          </a:blip>
          <a:srcRect/>
          <a:stretch/>
        </p:blipFill>
        <p:spPr>
          <a:xfrm>
            <a:off x="762000" y="3908940"/>
            <a:ext cx="5214937" cy="1981200"/>
          </a:xfrm>
          <a:prstGeom prst="rect">
            <a:avLst/>
          </a:prstGeom>
          <a:noFill/>
          <a:ln>
            <a:noFill/>
          </a:ln>
        </p:spPr>
      </p:pic>
      <p:pic>
        <p:nvPicPr>
          <p:cNvPr id="244" name="Google Shape;244;p28" descr="image.png"/>
          <p:cNvPicPr preferRelativeResize="0"/>
          <p:nvPr/>
        </p:nvPicPr>
        <p:blipFill rotWithShape="1">
          <a:blip r:embed="rId4">
            <a:alphaModFix/>
          </a:blip>
          <a:srcRect/>
          <a:stretch/>
        </p:blipFill>
        <p:spPr>
          <a:xfrm>
            <a:off x="6215062" y="3908940"/>
            <a:ext cx="5214937" cy="1981200"/>
          </a:xfrm>
          <a:prstGeom prst="rect">
            <a:avLst/>
          </a:prstGeom>
          <a:noFill/>
          <a:ln>
            <a:noFill/>
          </a:ln>
        </p:spPr>
      </p:pic>
      <p:pic>
        <p:nvPicPr>
          <p:cNvPr id="245" name="Google Shape;245;p28" descr="image.png"/>
          <p:cNvPicPr preferRelativeResize="0"/>
          <p:nvPr/>
        </p:nvPicPr>
        <p:blipFill rotWithShape="1">
          <a:blip r:embed="rId5">
            <a:alphaModFix/>
          </a:blip>
          <a:srcRect/>
          <a:stretch/>
        </p:blipFill>
        <p:spPr>
          <a:xfrm>
            <a:off x="1095375" y="2985015"/>
            <a:ext cx="2305050" cy="400050"/>
          </a:xfrm>
          <a:prstGeom prst="rect">
            <a:avLst/>
          </a:prstGeom>
          <a:noFill/>
          <a:ln>
            <a:noFill/>
          </a:ln>
        </p:spPr>
      </p:pic>
      <p:pic>
        <p:nvPicPr>
          <p:cNvPr id="246" name="Google Shape;246;p28" descr="image.png"/>
          <p:cNvPicPr preferRelativeResize="0"/>
          <p:nvPr/>
        </p:nvPicPr>
        <p:blipFill rotWithShape="1">
          <a:blip r:embed="rId6">
            <a:alphaModFix/>
          </a:blip>
          <a:srcRect/>
          <a:stretch/>
        </p:blipFill>
        <p:spPr>
          <a:xfrm>
            <a:off x="6548437" y="2985015"/>
            <a:ext cx="1762125" cy="400050"/>
          </a:xfrm>
          <a:prstGeom prst="rect">
            <a:avLst/>
          </a:prstGeom>
          <a:noFill/>
          <a:ln>
            <a:noFill/>
          </a:ln>
        </p:spPr>
      </p:pic>
      <p:pic>
        <p:nvPicPr>
          <p:cNvPr id="247" name="Google Shape;247;p28" descr="image.png"/>
          <p:cNvPicPr preferRelativeResize="0"/>
          <p:nvPr/>
        </p:nvPicPr>
        <p:blipFill rotWithShape="1">
          <a:blip r:embed="rId7">
            <a:alphaModFix/>
          </a:blip>
          <a:srcRect/>
          <a:stretch/>
        </p:blipFill>
        <p:spPr>
          <a:xfrm>
            <a:off x="1095375" y="5204340"/>
            <a:ext cx="1238250" cy="400050"/>
          </a:xfrm>
          <a:prstGeom prst="rect">
            <a:avLst/>
          </a:prstGeom>
          <a:noFill/>
          <a:ln>
            <a:noFill/>
          </a:ln>
        </p:spPr>
      </p:pic>
      <p:pic>
        <p:nvPicPr>
          <p:cNvPr id="248" name="Google Shape;248;p28" descr="image.png"/>
          <p:cNvPicPr preferRelativeResize="0"/>
          <p:nvPr/>
        </p:nvPicPr>
        <p:blipFill rotWithShape="1">
          <a:blip r:embed="rId8">
            <a:alphaModFix/>
          </a:blip>
          <a:srcRect/>
          <a:stretch/>
        </p:blipFill>
        <p:spPr>
          <a:xfrm>
            <a:off x="6548437" y="5204340"/>
            <a:ext cx="1666875" cy="400050"/>
          </a:xfrm>
          <a:prstGeom prst="rect">
            <a:avLst/>
          </a:prstGeom>
          <a:noFill/>
          <a:ln>
            <a:noFill/>
          </a:ln>
        </p:spPr>
      </p:pic>
      <p:sp>
        <p:nvSpPr>
          <p:cNvPr id="249" name="Google Shape;249;p28"/>
          <p:cNvSpPr txBox="1"/>
          <p:nvPr/>
        </p:nvSpPr>
        <p:spPr>
          <a:xfrm>
            <a:off x="762000" y="476250"/>
            <a:ext cx="11201400" cy="600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900" b="1" i="0" u="none" strike="noStrike" cap="none">
                <a:solidFill>
                  <a:srgbClr val="0F172A"/>
                </a:solidFill>
                <a:latin typeface="Outfit"/>
                <a:ea typeface="Outfit"/>
                <a:cs typeface="Outfit"/>
                <a:sym typeface="Outfit"/>
              </a:rPr>
              <a:t>Different questions need different evidence</a:t>
            </a:r>
            <a:endParaRPr/>
          </a:p>
        </p:txBody>
      </p:sp>
      <p:sp>
        <p:nvSpPr>
          <p:cNvPr id="250" name="Google Shape;250;p28"/>
          <p:cNvSpPr txBox="1"/>
          <p:nvPr/>
        </p:nvSpPr>
        <p:spPr>
          <a:xfrm>
            <a:off x="1095375" y="2546865"/>
            <a:ext cx="4548300" cy="207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64748B"/>
                </a:solidFill>
                <a:latin typeface="Inter Medium"/>
                <a:ea typeface="Inter Medium"/>
                <a:cs typeface="Inter Medium"/>
                <a:sym typeface="Inter Medium"/>
              </a:rPr>
              <a:t>year · studio · runtime</a:t>
            </a:r>
            <a:endParaRPr/>
          </a:p>
        </p:txBody>
      </p:sp>
      <p:sp>
        <p:nvSpPr>
          <p:cNvPr id="251" name="Google Shape;251;p28"/>
          <p:cNvSpPr txBox="1"/>
          <p:nvPr/>
        </p:nvSpPr>
        <p:spPr>
          <a:xfrm>
            <a:off x="6548437" y="2546865"/>
            <a:ext cx="4548300" cy="207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64748B"/>
                </a:solidFill>
                <a:latin typeface="Inter Medium"/>
                <a:ea typeface="Inter Medium"/>
                <a:cs typeface="Inter Medium"/>
                <a:sym typeface="Inter Medium"/>
              </a:rPr>
              <a:t>story · characters · tone</a:t>
            </a:r>
            <a:endParaRPr/>
          </a:p>
        </p:txBody>
      </p:sp>
      <p:sp>
        <p:nvSpPr>
          <p:cNvPr id="252" name="Google Shape;252;p28"/>
          <p:cNvSpPr txBox="1"/>
          <p:nvPr/>
        </p:nvSpPr>
        <p:spPr>
          <a:xfrm>
            <a:off x="1095375" y="4766190"/>
            <a:ext cx="4548300" cy="207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64748B"/>
                </a:solidFill>
                <a:latin typeface="Inter Medium"/>
                <a:ea typeface="Inter Medium"/>
                <a:cs typeface="Inter Medium"/>
                <a:sym typeface="Inter Medium"/>
              </a:rPr>
              <a:t>events · dialogue · scary moments</a:t>
            </a:r>
            <a:endParaRPr/>
          </a:p>
        </p:txBody>
      </p:sp>
      <p:sp>
        <p:nvSpPr>
          <p:cNvPr id="253" name="Google Shape;253;p28"/>
          <p:cNvSpPr txBox="1"/>
          <p:nvPr/>
        </p:nvSpPr>
        <p:spPr>
          <a:xfrm>
            <a:off x="6548437" y="4766190"/>
            <a:ext cx="4548300" cy="207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64748B"/>
                </a:solidFill>
                <a:latin typeface="Inter Medium"/>
                <a:ea typeface="Inter Medium"/>
                <a:cs typeface="Inter Medium"/>
                <a:sym typeface="Inter Medium"/>
              </a:rPr>
              <a:t>Wikipedia · reviews · subtext</a:t>
            </a:r>
            <a:endParaRPr/>
          </a:p>
        </p:txBody>
      </p:sp>
      <p:pic>
        <p:nvPicPr>
          <p:cNvPr id="254" name="Google Shape;254;p28" descr="image.png"/>
          <p:cNvPicPr preferRelativeResize="0"/>
          <p:nvPr/>
        </p:nvPicPr>
        <p:blipFill rotWithShape="1">
          <a:blip r:embed="rId9">
            <a:alphaModFix/>
          </a:blip>
          <a:srcRect/>
          <a:stretch/>
        </p:blipFill>
        <p:spPr>
          <a:xfrm>
            <a:off x="1095375" y="1975365"/>
            <a:ext cx="457200" cy="457200"/>
          </a:xfrm>
          <a:prstGeom prst="rect">
            <a:avLst/>
          </a:prstGeom>
          <a:noFill/>
          <a:ln>
            <a:noFill/>
          </a:ln>
        </p:spPr>
      </p:pic>
      <p:sp>
        <p:nvSpPr>
          <p:cNvPr id="255" name="Google Shape;255;p28"/>
          <p:cNvSpPr txBox="1"/>
          <p:nvPr/>
        </p:nvSpPr>
        <p:spPr>
          <a:xfrm>
            <a:off x="1704975" y="2037266"/>
            <a:ext cx="18900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0F172A"/>
                </a:solidFill>
                <a:latin typeface="Outfit SemiBold"/>
                <a:ea typeface="Outfit SemiBold"/>
                <a:cs typeface="Outfit SemiBold"/>
                <a:sym typeface="Outfit SemiBold"/>
              </a:rPr>
              <a:t>Catalog filter</a:t>
            </a:r>
            <a:endParaRPr/>
          </a:p>
        </p:txBody>
      </p:sp>
      <p:pic>
        <p:nvPicPr>
          <p:cNvPr id="256" name="Google Shape;256;p28" descr="image.png"/>
          <p:cNvPicPr preferRelativeResize="0"/>
          <p:nvPr/>
        </p:nvPicPr>
        <p:blipFill rotWithShape="1">
          <a:blip r:embed="rId10">
            <a:alphaModFix/>
          </a:blip>
          <a:srcRect/>
          <a:stretch/>
        </p:blipFill>
        <p:spPr>
          <a:xfrm>
            <a:off x="6548437" y="1975365"/>
            <a:ext cx="457200" cy="457200"/>
          </a:xfrm>
          <a:prstGeom prst="rect">
            <a:avLst/>
          </a:prstGeom>
          <a:noFill/>
          <a:ln>
            <a:noFill/>
          </a:ln>
        </p:spPr>
      </p:pic>
      <p:sp>
        <p:nvSpPr>
          <p:cNvPr id="257" name="Google Shape;257;p28"/>
          <p:cNvSpPr txBox="1"/>
          <p:nvPr/>
        </p:nvSpPr>
        <p:spPr>
          <a:xfrm>
            <a:off x="7158022" y="2037263"/>
            <a:ext cx="16668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0F172A"/>
                </a:solidFill>
                <a:latin typeface="Outfit SemiBold"/>
                <a:ea typeface="Outfit SemiBold"/>
                <a:cs typeface="Outfit SemiBold"/>
                <a:sym typeface="Outfit SemiBold"/>
              </a:rPr>
              <a:t>Plot search</a:t>
            </a:r>
            <a:endParaRPr/>
          </a:p>
        </p:txBody>
      </p:sp>
      <p:pic>
        <p:nvPicPr>
          <p:cNvPr id="258" name="Google Shape;258;p28" descr="image.png"/>
          <p:cNvPicPr preferRelativeResize="0"/>
          <p:nvPr/>
        </p:nvPicPr>
        <p:blipFill rotWithShape="1">
          <a:blip r:embed="rId11">
            <a:alphaModFix/>
          </a:blip>
          <a:srcRect/>
          <a:stretch/>
        </p:blipFill>
        <p:spPr>
          <a:xfrm>
            <a:off x="1095375" y="4194690"/>
            <a:ext cx="457200" cy="457200"/>
          </a:xfrm>
          <a:prstGeom prst="rect">
            <a:avLst/>
          </a:prstGeom>
          <a:noFill/>
          <a:ln>
            <a:noFill/>
          </a:ln>
        </p:spPr>
      </p:pic>
      <p:sp>
        <p:nvSpPr>
          <p:cNvPr id="259" name="Google Shape;259;p28"/>
          <p:cNvSpPr txBox="1"/>
          <p:nvPr/>
        </p:nvSpPr>
        <p:spPr>
          <a:xfrm>
            <a:off x="1704975" y="4256588"/>
            <a:ext cx="28671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0F172A"/>
                </a:solidFill>
                <a:latin typeface="Outfit SemiBold"/>
                <a:ea typeface="Outfit SemiBold"/>
                <a:cs typeface="Outfit SemiBold"/>
                <a:sym typeface="Outfit SemiBold"/>
              </a:rPr>
              <a:t>Scene / script search</a:t>
            </a:r>
            <a:endParaRPr/>
          </a:p>
        </p:txBody>
      </p:sp>
      <p:pic>
        <p:nvPicPr>
          <p:cNvPr id="260" name="Google Shape;260;p28" descr="image.png"/>
          <p:cNvPicPr preferRelativeResize="0"/>
          <p:nvPr/>
        </p:nvPicPr>
        <p:blipFill rotWithShape="1">
          <a:blip r:embed="rId12">
            <a:alphaModFix/>
          </a:blip>
          <a:srcRect/>
          <a:stretch/>
        </p:blipFill>
        <p:spPr>
          <a:xfrm>
            <a:off x="6548437" y="4194690"/>
            <a:ext cx="457200" cy="457200"/>
          </a:xfrm>
          <a:prstGeom prst="rect">
            <a:avLst/>
          </a:prstGeom>
          <a:noFill/>
          <a:ln>
            <a:noFill/>
          </a:ln>
        </p:spPr>
      </p:pic>
      <p:sp>
        <p:nvSpPr>
          <p:cNvPr id="261" name="Google Shape;261;p28"/>
          <p:cNvSpPr txBox="1"/>
          <p:nvPr/>
        </p:nvSpPr>
        <p:spPr>
          <a:xfrm>
            <a:off x="7158037" y="4256602"/>
            <a:ext cx="20097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0F172A"/>
                </a:solidFill>
                <a:latin typeface="Outfit SemiBold"/>
                <a:ea typeface="Outfit SemiBold"/>
                <a:cs typeface="Outfit SemiBold"/>
                <a:sym typeface="Outfit SemiBold"/>
              </a:rPr>
              <a:t>External context</a:t>
            </a:r>
            <a:endParaRPr/>
          </a:p>
        </p:txBody>
      </p:sp>
      <p:pic>
        <p:nvPicPr>
          <p:cNvPr id="262" name="Google Shape;262;p28" descr="image.png"/>
          <p:cNvPicPr preferRelativeResize="0"/>
          <p:nvPr/>
        </p:nvPicPr>
        <p:blipFill rotWithShape="1">
          <a:blip r:embed="rId13">
            <a:alphaModFix/>
          </a:blip>
          <a:srcRect/>
          <a:stretch/>
        </p:blipFill>
        <p:spPr>
          <a:xfrm>
            <a:off x="1238250" y="2108715"/>
            <a:ext cx="171450" cy="190500"/>
          </a:xfrm>
          <a:prstGeom prst="rect">
            <a:avLst/>
          </a:prstGeom>
          <a:noFill/>
          <a:ln>
            <a:noFill/>
          </a:ln>
        </p:spPr>
      </p:pic>
      <p:pic>
        <p:nvPicPr>
          <p:cNvPr id="263" name="Google Shape;263;p28" descr="image.png"/>
          <p:cNvPicPr preferRelativeResize="0"/>
          <p:nvPr/>
        </p:nvPicPr>
        <p:blipFill rotWithShape="1">
          <a:blip r:embed="rId14">
            <a:alphaModFix/>
          </a:blip>
          <a:srcRect/>
          <a:stretch/>
        </p:blipFill>
        <p:spPr>
          <a:xfrm>
            <a:off x="6681787" y="2108715"/>
            <a:ext cx="190500" cy="190500"/>
          </a:xfrm>
          <a:prstGeom prst="rect">
            <a:avLst/>
          </a:prstGeom>
          <a:noFill/>
          <a:ln>
            <a:noFill/>
          </a:ln>
        </p:spPr>
      </p:pic>
      <p:pic>
        <p:nvPicPr>
          <p:cNvPr id="264" name="Google Shape;264;p28" descr="image.png"/>
          <p:cNvPicPr preferRelativeResize="0"/>
          <p:nvPr/>
        </p:nvPicPr>
        <p:blipFill rotWithShape="1">
          <a:blip r:embed="rId15">
            <a:alphaModFix/>
          </a:blip>
          <a:srcRect/>
          <a:stretch/>
        </p:blipFill>
        <p:spPr>
          <a:xfrm>
            <a:off x="1228725" y="4328040"/>
            <a:ext cx="190500" cy="190500"/>
          </a:xfrm>
          <a:prstGeom prst="rect">
            <a:avLst/>
          </a:prstGeom>
          <a:noFill/>
          <a:ln>
            <a:noFill/>
          </a:ln>
        </p:spPr>
      </p:pic>
      <p:pic>
        <p:nvPicPr>
          <p:cNvPr id="265" name="Google Shape;265;p28" descr="image.png"/>
          <p:cNvPicPr preferRelativeResize="0"/>
          <p:nvPr/>
        </p:nvPicPr>
        <p:blipFill rotWithShape="1">
          <a:blip r:embed="rId16">
            <a:alphaModFix/>
          </a:blip>
          <a:srcRect/>
          <a:stretch/>
        </p:blipFill>
        <p:spPr>
          <a:xfrm>
            <a:off x="6681787" y="4328040"/>
            <a:ext cx="190500" cy="190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E2233"/>
        </a:solidFill>
        <a:effectLst/>
      </p:bgPr>
    </p:bg>
    <p:spTree>
      <p:nvGrpSpPr>
        <p:cNvPr id="1" name="Shape 270"/>
        <p:cNvGrpSpPr/>
        <p:nvPr/>
      </p:nvGrpSpPr>
      <p:grpSpPr>
        <a:xfrm>
          <a:off x="0" y="0"/>
          <a:ext cx="0" cy="0"/>
          <a:chOff x="0" y="0"/>
          <a:chExt cx="0" cy="0"/>
        </a:xfrm>
      </p:grpSpPr>
      <p:sp>
        <p:nvSpPr>
          <p:cNvPr id="271" name="Google Shape;271;p29"/>
          <p:cNvSpPr/>
          <p:nvPr/>
        </p:nvSpPr>
        <p:spPr>
          <a:xfrm>
            <a:off x="5623560" y="2606040"/>
            <a:ext cx="914400" cy="914400"/>
          </a:xfrm>
          <a:prstGeom prst="ellipse">
            <a:avLst/>
          </a:prstGeom>
          <a:solidFill>
            <a:srgbClr val="F2762E"/>
          </a:solidFill>
          <a:ln>
            <a:noFill/>
          </a:ln>
          <a:effectLst>
            <a:outerShdw blurRad="76200" dist="25400" dir="5400000" algn="bl" rotWithShape="0">
              <a:srgbClr val="9AA0A6">
                <a:alpha val="1607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72" name="Google Shape;272;p29" descr="preencoded.png"/>
          <p:cNvPicPr preferRelativeResize="0"/>
          <p:nvPr/>
        </p:nvPicPr>
        <p:blipFill rotWithShape="1">
          <a:blip r:embed="rId3">
            <a:alphaModFix/>
          </a:blip>
          <a:srcRect/>
          <a:stretch/>
        </p:blipFill>
        <p:spPr>
          <a:xfrm>
            <a:off x="5897880" y="2880360"/>
            <a:ext cx="365760" cy="365760"/>
          </a:xfrm>
          <a:prstGeom prst="rect">
            <a:avLst/>
          </a:prstGeom>
          <a:noFill/>
          <a:ln>
            <a:noFill/>
          </a:ln>
        </p:spPr>
      </p:pic>
      <p:sp>
        <p:nvSpPr>
          <p:cNvPr id="273" name="Google Shape;273;p29"/>
          <p:cNvSpPr/>
          <p:nvPr/>
        </p:nvSpPr>
        <p:spPr>
          <a:xfrm>
            <a:off x="0" y="3703320"/>
            <a:ext cx="12161520" cy="7315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4000"/>
              <a:buFont typeface="Georgia"/>
              <a:buNone/>
            </a:pPr>
            <a:r>
              <a:rPr lang="en-US" sz="4000" b="1">
                <a:solidFill>
                  <a:srgbClr val="FFFFFF"/>
                </a:solidFill>
                <a:latin typeface="Georgia"/>
                <a:ea typeface="Georgia"/>
                <a:cs typeface="Georgia"/>
                <a:sym typeface="Georgia"/>
              </a:rPr>
              <a:t>D</a:t>
            </a:r>
            <a:r>
              <a:rPr lang="en-US" sz="4000" b="1" i="0" u="none" strike="noStrike" cap="none">
                <a:solidFill>
                  <a:srgbClr val="FFFFFF"/>
                </a:solidFill>
                <a:latin typeface="Georgia"/>
                <a:ea typeface="Georgia"/>
                <a:cs typeface="Georgia"/>
                <a:sym typeface="Georgia"/>
              </a:rPr>
              <a:t>emo</a:t>
            </a:r>
            <a:endParaRPr sz="4000" b="0" i="0" u="none" strike="noStrike" cap="none">
              <a:solidFill>
                <a:schemeClr val="dk1"/>
              </a:solidFill>
              <a:latin typeface="Calibri"/>
              <a:ea typeface="Calibri"/>
              <a:cs typeface="Calibri"/>
              <a:sym typeface="Calibri"/>
            </a:endParaRPr>
          </a:p>
        </p:txBody>
      </p:sp>
      <p:sp>
        <p:nvSpPr>
          <p:cNvPr id="274" name="Google Shape;274;p29"/>
          <p:cNvSpPr/>
          <p:nvPr/>
        </p:nvSpPr>
        <p:spPr>
          <a:xfrm>
            <a:off x="0" y="4480560"/>
            <a:ext cx="1216152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C9CDD6"/>
              </a:buClr>
              <a:buSzPts val="1800"/>
              <a:buFont typeface="Arial"/>
              <a:buNone/>
            </a:pPr>
            <a:r>
              <a:rPr lang="en-US" sz="1800" b="0" i="0" u="none" strike="noStrike" cap="none">
                <a:solidFill>
                  <a:srgbClr val="C9CDD6"/>
                </a:solidFill>
                <a:latin typeface="Arial"/>
                <a:ea typeface="Arial"/>
                <a:cs typeface="Arial"/>
                <a:sym typeface="Arial"/>
              </a:rPr>
              <a:t>The Disney query, answered end-to-end.</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1F3F4"/>
        </a:solidFill>
        <a:effectLst/>
      </p:bgPr>
    </p:bg>
    <p:spTree>
      <p:nvGrpSpPr>
        <p:cNvPr id="1" name="Shape 279"/>
        <p:cNvGrpSpPr/>
        <p:nvPr/>
      </p:nvGrpSpPr>
      <p:grpSpPr>
        <a:xfrm>
          <a:off x="0" y="0"/>
          <a:ext cx="0" cy="0"/>
          <a:chOff x="0" y="0"/>
          <a:chExt cx="0" cy="0"/>
        </a:xfrm>
      </p:grpSpPr>
      <p:pic>
        <p:nvPicPr>
          <p:cNvPr id="280" name="Google Shape;280;p30" descr="image.png"/>
          <p:cNvPicPr preferRelativeResize="0"/>
          <p:nvPr/>
        </p:nvPicPr>
        <p:blipFill rotWithShape="1">
          <a:blip r:embed="rId3">
            <a:alphaModFix/>
          </a:blip>
          <a:srcRect/>
          <a:stretch/>
        </p:blipFill>
        <p:spPr>
          <a:xfrm>
            <a:off x="8382000" y="-1031375"/>
            <a:ext cx="4762500" cy="4762500"/>
          </a:xfrm>
          <a:prstGeom prst="rect">
            <a:avLst/>
          </a:prstGeom>
          <a:noFill/>
          <a:ln>
            <a:noFill/>
          </a:ln>
        </p:spPr>
      </p:pic>
      <p:pic>
        <p:nvPicPr>
          <p:cNvPr id="281" name="Google Shape;281;p30" descr="image.png"/>
          <p:cNvPicPr preferRelativeResize="0"/>
          <p:nvPr/>
        </p:nvPicPr>
        <p:blipFill rotWithShape="1">
          <a:blip r:embed="rId4">
            <a:alphaModFix/>
          </a:blip>
          <a:srcRect/>
          <a:stretch/>
        </p:blipFill>
        <p:spPr>
          <a:xfrm>
            <a:off x="762000" y="1749925"/>
            <a:ext cx="10668000" cy="3514725"/>
          </a:xfrm>
          <a:prstGeom prst="rect">
            <a:avLst/>
          </a:prstGeom>
          <a:noFill/>
          <a:ln>
            <a:noFill/>
          </a:ln>
        </p:spPr>
      </p:pic>
      <p:pic>
        <p:nvPicPr>
          <p:cNvPr id="282" name="Google Shape;282;p30" descr="image.png"/>
          <p:cNvPicPr preferRelativeResize="0"/>
          <p:nvPr/>
        </p:nvPicPr>
        <p:blipFill rotWithShape="1">
          <a:blip r:embed="rId5">
            <a:alphaModFix/>
          </a:blip>
          <a:srcRect/>
          <a:stretch/>
        </p:blipFill>
        <p:spPr>
          <a:xfrm>
            <a:off x="771525" y="1759450"/>
            <a:ext cx="10648949" cy="466725"/>
          </a:xfrm>
          <a:prstGeom prst="rect">
            <a:avLst/>
          </a:prstGeom>
          <a:noFill/>
          <a:ln>
            <a:noFill/>
          </a:ln>
        </p:spPr>
      </p:pic>
      <p:pic>
        <p:nvPicPr>
          <p:cNvPr id="283" name="Google Shape;283;p30" descr="image.png"/>
          <p:cNvPicPr preferRelativeResize="0"/>
          <p:nvPr/>
        </p:nvPicPr>
        <p:blipFill rotWithShape="1">
          <a:blip r:embed="rId6">
            <a:alphaModFix/>
          </a:blip>
          <a:srcRect/>
          <a:stretch/>
        </p:blipFill>
        <p:spPr>
          <a:xfrm>
            <a:off x="2166937" y="4894960"/>
            <a:ext cx="2095500" cy="742950"/>
          </a:xfrm>
          <a:prstGeom prst="rect">
            <a:avLst/>
          </a:prstGeom>
          <a:noFill/>
          <a:ln>
            <a:noFill/>
          </a:ln>
        </p:spPr>
      </p:pic>
      <p:pic>
        <p:nvPicPr>
          <p:cNvPr id="284" name="Google Shape;284;p30" descr="image.png"/>
          <p:cNvPicPr preferRelativeResize="0"/>
          <p:nvPr/>
        </p:nvPicPr>
        <p:blipFill rotWithShape="1">
          <a:blip r:embed="rId7">
            <a:alphaModFix/>
          </a:blip>
          <a:srcRect/>
          <a:stretch/>
        </p:blipFill>
        <p:spPr>
          <a:xfrm>
            <a:off x="4938712" y="4894960"/>
            <a:ext cx="1847850" cy="742950"/>
          </a:xfrm>
          <a:prstGeom prst="rect">
            <a:avLst/>
          </a:prstGeom>
          <a:noFill/>
          <a:ln>
            <a:noFill/>
          </a:ln>
        </p:spPr>
      </p:pic>
      <p:pic>
        <p:nvPicPr>
          <p:cNvPr id="285" name="Google Shape;285;p30" descr="image.png"/>
          <p:cNvPicPr preferRelativeResize="0"/>
          <p:nvPr/>
        </p:nvPicPr>
        <p:blipFill rotWithShape="1">
          <a:blip r:embed="rId8">
            <a:alphaModFix/>
          </a:blip>
          <a:srcRect/>
          <a:stretch/>
        </p:blipFill>
        <p:spPr>
          <a:xfrm>
            <a:off x="7462837" y="4894960"/>
            <a:ext cx="2562225" cy="742950"/>
          </a:xfrm>
          <a:prstGeom prst="rect">
            <a:avLst/>
          </a:prstGeom>
          <a:noFill/>
          <a:ln>
            <a:noFill/>
          </a:ln>
        </p:spPr>
      </p:pic>
      <p:pic>
        <p:nvPicPr>
          <p:cNvPr id="286" name="Google Shape;286;p30" descr="image.png"/>
          <p:cNvPicPr preferRelativeResize="0"/>
          <p:nvPr/>
        </p:nvPicPr>
        <p:blipFill rotWithShape="1">
          <a:blip r:embed="rId9">
            <a:alphaModFix/>
          </a:blip>
          <a:srcRect/>
          <a:stretch/>
        </p:blipFill>
        <p:spPr>
          <a:xfrm>
            <a:off x="1429722" y="-1316152"/>
            <a:ext cx="9332555" cy="9332555"/>
          </a:xfrm>
          <a:prstGeom prst="rect">
            <a:avLst/>
          </a:prstGeom>
          <a:noFill/>
          <a:ln>
            <a:noFill/>
          </a:ln>
        </p:spPr>
      </p:pic>
      <p:sp>
        <p:nvSpPr>
          <p:cNvPr id="287" name="Google Shape;287;p30"/>
          <p:cNvSpPr txBox="1"/>
          <p:nvPr/>
        </p:nvSpPr>
        <p:spPr>
          <a:xfrm>
            <a:off x="762000" y="476250"/>
            <a:ext cx="11201400" cy="600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900" b="1">
                <a:solidFill>
                  <a:srgbClr val="0F172A"/>
                </a:solidFill>
                <a:latin typeface="Outfit"/>
                <a:ea typeface="Outfit"/>
                <a:cs typeface="Outfit"/>
                <a:sym typeface="Outfit"/>
              </a:rPr>
              <a:t>D</a:t>
            </a:r>
            <a:r>
              <a:rPr lang="en-US" sz="3900" b="1" i="0" u="none" strike="noStrike" cap="none">
                <a:solidFill>
                  <a:srgbClr val="0F172A"/>
                </a:solidFill>
                <a:latin typeface="Outfit"/>
                <a:ea typeface="Outfit"/>
                <a:cs typeface="Outfit"/>
                <a:sym typeface="Outfit"/>
              </a:rPr>
              <a:t>emo</a:t>
            </a:r>
            <a:endParaRPr/>
          </a:p>
        </p:txBody>
      </p:sp>
      <p:sp>
        <p:nvSpPr>
          <p:cNvPr id="288" name="Google Shape;288;p30"/>
          <p:cNvSpPr/>
          <p:nvPr/>
        </p:nvSpPr>
        <p:spPr>
          <a:xfrm>
            <a:off x="962025" y="1930900"/>
            <a:ext cx="114300" cy="114300"/>
          </a:xfrm>
          <a:prstGeom prst="roundRect">
            <a:avLst>
              <a:gd name="adj" fmla="val 50000"/>
            </a:avLst>
          </a:prstGeom>
          <a:solidFill>
            <a:srgbClr val="EF444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289" name="Google Shape;289;p30"/>
          <p:cNvSpPr/>
          <p:nvPr/>
        </p:nvSpPr>
        <p:spPr>
          <a:xfrm>
            <a:off x="1152525" y="1930900"/>
            <a:ext cx="114300" cy="114300"/>
          </a:xfrm>
          <a:prstGeom prst="roundRect">
            <a:avLst>
              <a:gd name="adj" fmla="val 50000"/>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290" name="Google Shape;290;p30"/>
          <p:cNvSpPr/>
          <p:nvPr/>
        </p:nvSpPr>
        <p:spPr>
          <a:xfrm>
            <a:off x="1343025" y="1930900"/>
            <a:ext cx="114300" cy="114300"/>
          </a:xfrm>
          <a:prstGeom prst="roundRect">
            <a:avLst>
              <a:gd name="adj" fmla="val 50000"/>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291" name="Google Shape;291;p30"/>
          <p:cNvSpPr/>
          <p:nvPr/>
        </p:nvSpPr>
        <p:spPr>
          <a:xfrm>
            <a:off x="10696575" y="1959475"/>
            <a:ext cx="57300" cy="57300"/>
          </a:xfrm>
          <a:prstGeom prst="roundRect">
            <a:avLst>
              <a:gd name="adj" fmla="val 50000"/>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292" name="Google Shape;292;p30"/>
          <p:cNvSpPr txBox="1"/>
          <p:nvPr/>
        </p:nvSpPr>
        <p:spPr>
          <a:xfrm>
            <a:off x="1247775" y="2607175"/>
            <a:ext cx="9696600" cy="392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550" b="0" i="0" u="none" strike="noStrike" cap="none">
                <a:solidFill>
                  <a:srgbClr val="1E293B"/>
                </a:solidFill>
                <a:latin typeface="Outfit Medium"/>
                <a:ea typeface="Outfit Medium"/>
                <a:cs typeface="Outfit Medium"/>
                <a:sym typeface="Outfit Medium"/>
              </a:rPr>
              <a:t>“Find , with , and — be .”</a:t>
            </a:r>
            <a:endParaRPr/>
          </a:p>
        </p:txBody>
      </p:sp>
      <p:sp>
        <p:nvSpPr>
          <p:cNvPr id="293" name="Google Shape;293;p30"/>
          <p:cNvSpPr txBox="1"/>
          <p:nvPr/>
        </p:nvSpPr>
        <p:spPr>
          <a:xfrm>
            <a:off x="10025050" y="3988183"/>
            <a:ext cx="10479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endParaRPr/>
          </a:p>
        </p:txBody>
      </p:sp>
      <p:pic>
        <p:nvPicPr>
          <p:cNvPr id="294" name="Google Shape;294;p30" descr="image.png"/>
          <p:cNvPicPr preferRelativeResize="0"/>
          <p:nvPr/>
        </p:nvPicPr>
        <p:blipFill rotWithShape="1">
          <a:blip r:embed="rId10">
            <a:alphaModFix/>
          </a:blip>
          <a:srcRect/>
          <a:stretch/>
        </p:blipFill>
        <p:spPr>
          <a:xfrm>
            <a:off x="4500562" y="5152135"/>
            <a:ext cx="200025" cy="228600"/>
          </a:xfrm>
          <a:prstGeom prst="rect">
            <a:avLst/>
          </a:prstGeom>
          <a:noFill/>
          <a:ln>
            <a:noFill/>
          </a:ln>
        </p:spPr>
      </p:pic>
      <p:pic>
        <p:nvPicPr>
          <p:cNvPr id="295" name="Google Shape;295;p30" descr="image.png"/>
          <p:cNvPicPr preferRelativeResize="0"/>
          <p:nvPr/>
        </p:nvPicPr>
        <p:blipFill rotWithShape="1">
          <a:blip r:embed="rId10">
            <a:alphaModFix/>
          </a:blip>
          <a:srcRect/>
          <a:stretch/>
        </p:blipFill>
        <p:spPr>
          <a:xfrm>
            <a:off x="7024687" y="5152135"/>
            <a:ext cx="200025" cy="228600"/>
          </a:xfrm>
          <a:prstGeom prst="rect">
            <a:avLst/>
          </a:prstGeom>
          <a:noFill/>
          <a:ln>
            <a:noFill/>
          </a:ln>
        </p:spPr>
      </p:pic>
      <p:pic>
        <p:nvPicPr>
          <p:cNvPr id="296" name="Google Shape;296;p30" descr="image.png"/>
          <p:cNvPicPr preferRelativeResize="0"/>
          <p:nvPr/>
        </p:nvPicPr>
        <p:blipFill rotWithShape="1">
          <a:blip r:embed="rId11">
            <a:alphaModFix/>
          </a:blip>
          <a:srcRect/>
          <a:stretch/>
        </p:blipFill>
        <p:spPr>
          <a:xfrm>
            <a:off x="2085975" y="2607175"/>
            <a:ext cx="4981575" cy="447675"/>
          </a:xfrm>
          <a:prstGeom prst="rect">
            <a:avLst/>
          </a:prstGeom>
          <a:noFill/>
          <a:ln>
            <a:noFill/>
          </a:ln>
        </p:spPr>
      </p:pic>
      <p:pic>
        <p:nvPicPr>
          <p:cNvPr id="297" name="Google Shape;297;p30" descr="image.png"/>
          <p:cNvPicPr preferRelativeResize="0"/>
          <p:nvPr/>
        </p:nvPicPr>
        <p:blipFill rotWithShape="1">
          <a:blip r:embed="rId12">
            <a:alphaModFix/>
          </a:blip>
          <a:srcRect/>
          <a:stretch/>
        </p:blipFill>
        <p:spPr>
          <a:xfrm>
            <a:off x="7915275" y="2607175"/>
            <a:ext cx="1323975" cy="447675"/>
          </a:xfrm>
          <a:prstGeom prst="rect">
            <a:avLst/>
          </a:prstGeom>
          <a:noFill/>
          <a:ln>
            <a:noFill/>
          </a:ln>
        </p:spPr>
      </p:pic>
      <p:pic>
        <p:nvPicPr>
          <p:cNvPr id="298" name="Google Shape;298;p30" descr="image.png"/>
          <p:cNvPicPr preferRelativeResize="0"/>
          <p:nvPr/>
        </p:nvPicPr>
        <p:blipFill rotWithShape="1">
          <a:blip r:embed="rId13">
            <a:alphaModFix/>
          </a:blip>
          <a:srcRect/>
          <a:stretch/>
        </p:blipFill>
        <p:spPr>
          <a:xfrm>
            <a:off x="1247775" y="2593568"/>
            <a:ext cx="9229725" cy="901005"/>
          </a:xfrm>
          <a:prstGeom prst="rect">
            <a:avLst/>
          </a:prstGeom>
          <a:noFill/>
          <a:ln>
            <a:noFill/>
          </a:ln>
        </p:spPr>
      </p:pic>
      <p:pic>
        <p:nvPicPr>
          <p:cNvPr id="299" name="Google Shape;299;p30" descr="image.png"/>
          <p:cNvPicPr preferRelativeResize="0"/>
          <p:nvPr/>
        </p:nvPicPr>
        <p:blipFill rotWithShape="1">
          <a:blip r:embed="rId14">
            <a:alphaModFix/>
          </a:blip>
          <a:srcRect/>
          <a:stretch/>
        </p:blipFill>
        <p:spPr>
          <a:xfrm>
            <a:off x="3181350" y="3060505"/>
            <a:ext cx="1762125" cy="447675"/>
          </a:xfrm>
          <a:prstGeom prst="rect">
            <a:avLst/>
          </a:prstGeom>
          <a:noFill/>
          <a:ln>
            <a:noFill/>
          </a:ln>
        </p:spPr>
      </p:pic>
      <p:pic>
        <p:nvPicPr>
          <p:cNvPr id="300" name="Google Shape;300;p30" descr="image.png"/>
          <p:cNvPicPr preferRelativeResize="0"/>
          <p:nvPr/>
        </p:nvPicPr>
        <p:blipFill rotWithShape="1">
          <a:blip r:embed="rId15">
            <a:alphaModFix/>
          </a:blip>
          <a:srcRect/>
          <a:stretch/>
        </p:blipFill>
        <p:spPr>
          <a:xfrm>
            <a:off x="2405062" y="5056885"/>
            <a:ext cx="419100" cy="419100"/>
          </a:xfrm>
          <a:prstGeom prst="rect">
            <a:avLst/>
          </a:prstGeom>
          <a:noFill/>
          <a:ln>
            <a:noFill/>
          </a:ln>
        </p:spPr>
      </p:pic>
      <p:sp>
        <p:nvSpPr>
          <p:cNvPr id="301" name="Google Shape;301;p30"/>
          <p:cNvSpPr txBox="1"/>
          <p:nvPr/>
        </p:nvSpPr>
        <p:spPr>
          <a:xfrm>
            <a:off x="2976562" y="5147373"/>
            <a:ext cx="10479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Outfit SemiBold"/>
                <a:ea typeface="Outfit SemiBold"/>
                <a:cs typeface="Outfit SemiBold"/>
                <a:sym typeface="Outfit SemiBold"/>
              </a:rPr>
              <a:t>Parse intent</a:t>
            </a:r>
            <a:endParaRPr/>
          </a:p>
        </p:txBody>
      </p:sp>
      <p:pic>
        <p:nvPicPr>
          <p:cNvPr id="302" name="Google Shape;302;p30" descr="image.png"/>
          <p:cNvPicPr preferRelativeResize="0"/>
          <p:nvPr/>
        </p:nvPicPr>
        <p:blipFill rotWithShape="1">
          <a:blip r:embed="rId16">
            <a:alphaModFix/>
          </a:blip>
          <a:srcRect/>
          <a:stretch/>
        </p:blipFill>
        <p:spPr>
          <a:xfrm>
            <a:off x="5176837" y="5056885"/>
            <a:ext cx="419100" cy="419100"/>
          </a:xfrm>
          <a:prstGeom prst="rect">
            <a:avLst/>
          </a:prstGeom>
          <a:noFill/>
          <a:ln>
            <a:noFill/>
          </a:ln>
        </p:spPr>
      </p:pic>
      <p:sp>
        <p:nvSpPr>
          <p:cNvPr id="303" name="Google Shape;303;p30"/>
          <p:cNvSpPr txBox="1"/>
          <p:nvPr/>
        </p:nvSpPr>
        <p:spPr>
          <a:xfrm>
            <a:off x="5748337" y="5147373"/>
            <a:ext cx="8001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Outfit SemiBold"/>
                <a:ea typeface="Outfit SemiBold"/>
                <a:cs typeface="Outfit SemiBold"/>
                <a:sym typeface="Outfit SemiBold"/>
              </a:rPr>
              <a:t>Call tools</a:t>
            </a:r>
            <a:endParaRPr/>
          </a:p>
        </p:txBody>
      </p:sp>
      <p:pic>
        <p:nvPicPr>
          <p:cNvPr id="304" name="Google Shape;304;p30" descr="image.png"/>
          <p:cNvPicPr preferRelativeResize="0"/>
          <p:nvPr/>
        </p:nvPicPr>
        <p:blipFill rotWithShape="1">
          <a:blip r:embed="rId17">
            <a:alphaModFix/>
          </a:blip>
          <a:srcRect/>
          <a:stretch/>
        </p:blipFill>
        <p:spPr>
          <a:xfrm>
            <a:off x="7700962" y="5056885"/>
            <a:ext cx="419100" cy="419100"/>
          </a:xfrm>
          <a:prstGeom prst="rect">
            <a:avLst/>
          </a:prstGeom>
          <a:noFill/>
          <a:ln>
            <a:noFill/>
          </a:ln>
        </p:spPr>
      </p:pic>
      <p:sp>
        <p:nvSpPr>
          <p:cNvPr id="305" name="Google Shape;305;p30"/>
          <p:cNvSpPr txBox="1"/>
          <p:nvPr/>
        </p:nvSpPr>
        <p:spPr>
          <a:xfrm>
            <a:off x="8272449" y="5147374"/>
            <a:ext cx="16668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Outfit SemiBold"/>
                <a:ea typeface="Outfit SemiBold"/>
                <a:cs typeface="Outfit SemiBold"/>
                <a:sym typeface="Outfit SemiBold"/>
              </a:rPr>
              <a:t>Answer +</a:t>
            </a:r>
            <a:r>
              <a:rPr lang="en-US" sz="1500">
                <a:solidFill>
                  <a:srgbClr val="334155"/>
                </a:solidFill>
                <a:latin typeface="Outfit SemiBold"/>
                <a:ea typeface="Outfit SemiBold"/>
                <a:cs typeface="Outfit SemiBold"/>
                <a:sym typeface="Outfit SemiBold"/>
              </a:rPr>
              <a:t> R</a:t>
            </a:r>
            <a:r>
              <a:rPr lang="en-US" sz="1500" b="0" i="0" u="none" strike="noStrike" cap="none">
                <a:solidFill>
                  <a:srgbClr val="334155"/>
                </a:solidFill>
                <a:latin typeface="Outfit SemiBold"/>
                <a:ea typeface="Outfit SemiBold"/>
                <a:cs typeface="Outfit SemiBold"/>
                <a:sym typeface="Outfit SemiBold"/>
              </a:rPr>
              <a:t>easons</a:t>
            </a:r>
            <a:endParaRPr/>
          </a:p>
        </p:txBody>
      </p:sp>
      <p:pic>
        <p:nvPicPr>
          <p:cNvPr id="306" name="Google Shape;306;p30" descr="image.png"/>
          <p:cNvPicPr preferRelativeResize="0"/>
          <p:nvPr/>
        </p:nvPicPr>
        <p:blipFill rotWithShape="1">
          <a:blip r:embed="rId18">
            <a:alphaModFix/>
          </a:blip>
          <a:srcRect/>
          <a:stretch/>
        </p:blipFill>
        <p:spPr>
          <a:xfrm>
            <a:off x="2519362" y="5171185"/>
            <a:ext cx="190500" cy="190500"/>
          </a:xfrm>
          <a:prstGeom prst="rect">
            <a:avLst/>
          </a:prstGeom>
          <a:noFill/>
          <a:ln>
            <a:noFill/>
          </a:ln>
        </p:spPr>
      </p:pic>
      <p:pic>
        <p:nvPicPr>
          <p:cNvPr id="307" name="Google Shape;307;p30" descr="image.png"/>
          <p:cNvPicPr preferRelativeResize="0"/>
          <p:nvPr/>
        </p:nvPicPr>
        <p:blipFill rotWithShape="1">
          <a:blip r:embed="rId19">
            <a:alphaModFix/>
          </a:blip>
          <a:srcRect/>
          <a:stretch/>
        </p:blipFill>
        <p:spPr>
          <a:xfrm>
            <a:off x="5291137" y="5171185"/>
            <a:ext cx="190500" cy="190500"/>
          </a:xfrm>
          <a:prstGeom prst="rect">
            <a:avLst/>
          </a:prstGeom>
          <a:noFill/>
          <a:ln>
            <a:noFill/>
          </a:ln>
        </p:spPr>
      </p:pic>
      <p:pic>
        <p:nvPicPr>
          <p:cNvPr id="308" name="Google Shape;308;p30" descr="image.png"/>
          <p:cNvPicPr preferRelativeResize="0"/>
          <p:nvPr/>
        </p:nvPicPr>
        <p:blipFill rotWithShape="1">
          <a:blip r:embed="rId20">
            <a:alphaModFix/>
          </a:blip>
          <a:srcRect/>
          <a:stretch/>
        </p:blipFill>
        <p:spPr>
          <a:xfrm>
            <a:off x="7815262" y="5171185"/>
            <a:ext cx="190500" cy="190500"/>
          </a:xfrm>
          <a:prstGeom prst="rect">
            <a:avLst/>
          </a:prstGeom>
          <a:noFill/>
          <a:ln>
            <a:noFill/>
          </a:ln>
        </p:spPr>
      </p:pic>
      <p:pic>
        <p:nvPicPr>
          <p:cNvPr id="309" name="Google Shape;309;p30"/>
          <p:cNvPicPr preferRelativeResize="0"/>
          <p:nvPr/>
        </p:nvPicPr>
        <p:blipFill>
          <a:blip r:embed="rId21">
            <a:alphaModFix/>
          </a:blip>
          <a:stretch>
            <a:fillRect/>
          </a:stretch>
        </p:blipFill>
        <p:spPr>
          <a:xfrm>
            <a:off x="9382113" y="4105875"/>
            <a:ext cx="1666875" cy="6667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1F3F4"/>
        </a:solidFill>
        <a:effectLst/>
      </p:bgPr>
    </p:bg>
    <p:spTree>
      <p:nvGrpSpPr>
        <p:cNvPr id="1" name="Shape 314"/>
        <p:cNvGrpSpPr/>
        <p:nvPr/>
      </p:nvGrpSpPr>
      <p:grpSpPr>
        <a:xfrm>
          <a:off x="0" y="0"/>
          <a:ext cx="0" cy="0"/>
          <a:chOff x="0" y="0"/>
          <a:chExt cx="0" cy="0"/>
        </a:xfrm>
      </p:grpSpPr>
      <p:pic>
        <p:nvPicPr>
          <p:cNvPr id="315" name="Google Shape;315;p31" descr="image.png"/>
          <p:cNvPicPr preferRelativeResize="0"/>
          <p:nvPr/>
        </p:nvPicPr>
        <p:blipFill rotWithShape="1">
          <a:blip r:embed="rId3">
            <a:alphaModFix/>
          </a:blip>
          <a:srcRect l="-230" r="230" b="15590"/>
          <a:stretch/>
        </p:blipFill>
        <p:spPr>
          <a:xfrm>
            <a:off x="571500" y="2389507"/>
            <a:ext cx="11049000" cy="3248025"/>
          </a:xfrm>
          <a:prstGeom prst="rect">
            <a:avLst/>
          </a:prstGeom>
          <a:noFill/>
          <a:ln>
            <a:noFill/>
          </a:ln>
        </p:spPr>
      </p:pic>
      <p:pic>
        <p:nvPicPr>
          <p:cNvPr id="316" name="Google Shape;316;p31" descr="image.png"/>
          <p:cNvPicPr preferRelativeResize="0"/>
          <p:nvPr/>
        </p:nvPicPr>
        <p:blipFill rotWithShape="1">
          <a:blip r:embed="rId4">
            <a:alphaModFix/>
          </a:blip>
          <a:srcRect/>
          <a:stretch/>
        </p:blipFill>
        <p:spPr>
          <a:xfrm>
            <a:off x="571500" y="1592145"/>
            <a:ext cx="11049000" cy="561975"/>
          </a:xfrm>
          <a:prstGeom prst="rect">
            <a:avLst/>
          </a:prstGeom>
          <a:noFill/>
          <a:ln>
            <a:noFill/>
          </a:ln>
        </p:spPr>
      </p:pic>
      <p:pic>
        <p:nvPicPr>
          <p:cNvPr id="317" name="Google Shape;317;p31" descr="image.png"/>
          <p:cNvPicPr preferRelativeResize="0"/>
          <p:nvPr/>
        </p:nvPicPr>
        <p:blipFill rotWithShape="1">
          <a:blip r:embed="rId5">
            <a:alphaModFix/>
          </a:blip>
          <a:srcRect/>
          <a:stretch/>
        </p:blipFill>
        <p:spPr>
          <a:xfrm>
            <a:off x="914400" y="2625925"/>
            <a:ext cx="342900" cy="342900"/>
          </a:xfrm>
          <a:prstGeom prst="rect">
            <a:avLst/>
          </a:prstGeom>
          <a:noFill/>
          <a:ln>
            <a:noFill/>
          </a:ln>
        </p:spPr>
      </p:pic>
      <p:pic>
        <p:nvPicPr>
          <p:cNvPr id="318" name="Google Shape;318;p31" descr="image.png"/>
          <p:cNvPicPr preferRelativeResize="0"/>
          <p:nvPr/>
        </p:nvPicPr>
        <p:blipFill rotWithShape="1">
          <a:blip r:embed="rId6">
            <a:alphaModFix/>
          </a:blip>
          <a:srcRect/>
          <a:stretch/>
        </p:blipFill>
        <p:spPr>
          <a:xfrm>
            <a:off x="914400" y="3302200"/>
            <a:ext cx="342900" cy="342900"/>
          </a:xfrm>
          <a:prstGeom prst="rect">
            <a:avLst/>
          </a:prstGeom>
          <a:noFill/>
          <a:ln>
            <a:noFill/>
          </a:ln>
        </p:spPr>
      </p:pic>
      <p:pic>
        <p:nvPicPr>
          <p:cNvPr id="319" name="Google Shape;319;p31" descr="image.png"/>
          <p:cNvPicPr preferRelativeResize="0"/>
          <p:nvPr/>
        </p:nvPicPr>
        <p:blipFill rotWithShape="1">
          <a:blip r:embed="rId7">
            <a:alphaModFix/>
          </a:blip>
          <a:srcRect/>
          <a:stretch/>
        </p:blipFill>
        <p:spPr>
          <a:xfrm>
            <a:off x="914400" y="3959425"/>
            <a:ext cx="342900" cy="342900"/>
          </a:xfrm>
          <a:prstGeom prst="rect">
            <a:avLst/>
          </a:prstGeom>
          <a:noFill/>
          <a:ln>
            <a:noFill/>
          </a:ln>
        </p:spPr>
      </p:pic>
      <p:pic>
        <p:nvPicPr>
          <p:cNvPr id="320" name="Google Shape;320;p31" descr="image.png"/>
          <p:cNvPicPr preferRelativeResize="0"/>
          <p:nvPr/>
        </p:nvPicPr>
        <p:blipFill rotWithShape="1">
          <a:blip r:embed="rId8">
            <a:alphaModFix/>
          </a:blip>
          <a:srcRect/>
          <a:stretch/>
        </p:blipFill>
        <p:spPr>
          <a:xfrm>
            <a:off x="914400" y="4616650"/>
            <a:ext cx="342900" cy="342900"/>
          </a:xfrm>
          <a:prstGeom prst="rect">
            <a:avLst/>
          </a:prstGeom>
          <a:noFill/>
          <a:ln>
            <a:noFill/>
          </a:ln>
        </p:spPr>
      </p:pic>
      <p:pic>
        <p:nvPicPr>
          <p:cNvPr id="321" name="Google Shape;321;p31" descr="image.png"/>
          <p:cNvPicPr preferRelativeResize="0"/>
          <p:nvPr/>
        </p:nvPicPr>
        <p:blipFill rotWithShape="1">
          <a:blip r:embed="rId9">
            <a:alphaModFix/>
          </a:blip>
          <a:srcRect/>
          <a:stretch/>
        </p:blipFill>
        <p:spPr>
          <a:xfrm>
            <a:off x="914400" y="5273875"/>
            <a:ext cx="342900" cy="342900"/>
          </a:xfrm>
          <a:prstGeom prst="rect">
            <a:avLst/>
          </a:prstGeom>
          <a:noFill/>
          <a:ln>
            <a:noFill/>
          </a:ln>
        </p:spPr>
      </p:pic>
      <p:sp>
        <p:nvSpPr>
          <p:cNvPr id="322" name="Google Shape;322;p31"/>
          <p:cNvSpPr txBox="1"/>
          <p:nvPr/>
        </p:nvSpPr>
        <p:spPr>
          <a:xfrm>
            <a:off x="571500" y="285750"/>
            <a:ext cx="11601600" cy="5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450" b="1" i="0" u="none" strike="noStrike" cap="none">
                <a:solidFill>
                  <a:srgbClr val="0F172A"/>
                </a:solidFill>
                <a:latin typeface="Outfit"/>
                <a:ea typeface="Outfit"/>
                <a:cs typeface="Outfit"/>
                <a:sym typeface="Outfit"/>
              </a:rPr>
              <a:t>What MoviBot does behind the scenes</a:t>
            </a:r>
            <a:endParaRPr/>
          </a:p>
        </p:txBody>
      </p:sp>
      <p:pic>
        <p:nvPicPr>
          <p:cNvPr id="323" name="Google Shape;323;p31" descr="image.png"/>
          <p:cNvPicPr preferRelativeResize="0"/>
          <p:nvPr/>
        </p:nvPicPr>
        <p:blipFill rotWithShape="1">
          <a:blip r:embed="rId10">
            <a:alphaModFix/>
          </a:blip>
          <a:srcRect/>
          <a:stretch/>
        </p:blipFill>
        <p:spPr>
          <a:xfrm>
            <a:off x="809625" y="1787241"/>
            <a:ext cx="171450" cy="171450"/>
          </a:xfrm>
          <a:prstGeom prst="rect">
            <a:avLst/>
          </a:prstGeom>
          <a:noFill/>
          <a:ln>
            <a:noFill/>
          </a:ln>
        </p:spPr>
      </p:pic>
      <p:pic>
        <p:nvPicPr>
          <p:cNvPr id="324" name="Google Shape;324;p31" descr="image.png"/>
          <p:cNvPicPr preferRelativeResize="0"/>
          <p:nvPr/>
        </p:nvPicPr>
        <p:blipFill rotWithShape="1">
          <a:blip r:embed="rId11">
            <a:alphaModFix/>
          </a:blip>
          <a:srcRect/>
          <a:stretch/>
        </p:blipFill>
        <p:spPr>
          <a:xfrm>
            <a:off x="1619250" y="1739616"/>
            <a:ext cx="781050" cy="266700"/>
          </a:xfrm>
          <a:prstGeom prst="rect">
            <a:avLst/>
          </a:prstGeom>
          <a:noFill/>
          <a:ln>
            <a:noFill/>
          </a:ln>
        </p:spPr>
      </p:pic>
      <p:pic>
        <p:nvPicPr>
          <p:cNvPr id="325" name="Google Shape;325;p31" descr="image.png"/>
          <p:cNvPicPr preferRelativeResize="0"/>
          <p:nvPr/>
        </p:nvPicPr>
        <p:blipFill rotWithShape="1">
          <a:blip r:embed="rId12">
            <a:alphaModFix/>
          </a:blip>
          <a:srcRect/>
          <a:stretch/>
        </p:blipFill>
        <p:spPr>
          <a:xfrm>
            <a:off x="3648075" y="1739616"/>
            <a:ext cx="1333500" cy="266700"/>
          </a:xfrm>
          <a:prstGeom prst="rect">
            <a:avLst/>
          </a:prstGeom>
          <a:noFill/>
          <a:ln>
            <a:noFill/>
          </a:ln>
        </p:spPr>
      </p:pic>
      <p:pic>
        <p:nvPicPr>
          <p:cNvPr id="326" name="Google Shape;326;p31" descr="image.png"/>
          <p:cNvPicPr preferRelativeResize="0"/>
          <p:nvPr/>
        </p:nvPicPr>
        <p:blipFill rotWithShape="1">
          <a:blip r:embed="rId13">
            <a:alphaModFix/>
          </a:blip>
          <a:srcRect/>
          <a:stretch/>
        </p:blipFill>
        <p:spPr>
          <a:xfrm>
            <a:off x="5524500" y="1739616"/>
            <a:ext cx="847725" cy="266700"/>
          </a:xfrm>
          <a:prstGeom prst="rect">
            <a:avLst/>
          </a:prstGeom>
          <a:noFill/>
          <a:ln>
            <a:noFill/>
          </a:ln>
        </p:spPr>
      </p:pic>
      <p:pic>
        <p:nvPicPr>
          <p:cNvPr id="327" name="Google Shape;327;p31" descr="image.png"/>
          <p:cNvPicPr preferRelativeResize="0"/>
          <p:nvPr/>
        </p:nvPicPr>
        <p:blipFill rotWithShape="1">
          <a:blip r:embed="rId14">
            <a:alphaModFix/>
          </a:blip>
          <a:srcRect/>
          <a:stretch/>
        </p:blipFill>
        <p:spPr>
          <a:xfrm>
            <a:off x="6858000" y="1739616"/>
            <a:ext cx="1047750" cy="266700"/>
          </a:xfrm>
          <a:prstGeom prst="rect">
            <a:avLst/>
          </a:prstGeom>
          <a:noFill/>
          <a:ln>
            <a:noFill/>
          </a:ln>
        </p:spPr>
      </p:pic>
      <p:sp>
        <p:nvSpPr>
          <p:cNvPr id="328" name="Google Shape;328;p31"/>
          <p:cNvSpPr txBox="1"/>
          <p:nvPr/>
        </p:nvSpPr>
        <p:spPr>
          <a:xfrm>
            <a:off x="1447800" y="2892625"/>
            <a:ext cx="9829800" cy="1731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125" b="0" i="0" u="none" strike="noStrike" cap="none">
                <a:solidFill>
                  <a:srgbClr val="475569"/>
                </a:solidFill>
                <a:latin typeface="Inter SemiBold"/>
                <a:ea typeface="Inter SemiBold"/>
                <a:cs typeface="Inter SemiBold"/>
                <a:sym typeface="Inter SemiBold"/>
              </a:rPr>
              <a:t>Finds:</a:t>
            </a:r>
            <a:endParaRPr/>
          </a:p>
        </p:txBody>
      </p:sp>
      <p:sp>
        <p:nvSpPr>
          <p:cNvPr id="329" name="Google Shape;329;p31"/>
          <p:cNvSpPr txBox="1"/>
          <p:nvPr/>
        </p:nvSpPr>
        <p:spPr>
          <a:xfrm>
            <a:off x="1447800" y="3568900"/>
            <a:ext cx="9829800" cy="1731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125" b="0" i="0" u="none" strike="noStrike" cap="none">
                <a:solidFill>
                  <a:srgbClr val="475569"/>
                </a:solidFill>
                <a:latin typeface="Inter SemiBold"/>
                <a:ea typeface="Inter SemiBold"/>
                <a:cs typeface="Inter SemiBold"/>
                <a:sym typeface="Inter SemiBold"/>
              </a:rPr>
              <a:t>Uses:</a:t>
            </a:r>
            <a:r>
              <a:rPr lang="en-US" sz="1125" b="0" i="0" u="none" strike="noStrike" cap="none">
                <a:solidFill>
                  <a:srgbClr val="334155"/>
                </a:solidFill>
                <a:latin typeface="Inter"/>
                <a:ea typeface="Inter"/>
                <a:cs typeface="Inter"/>
                <a:sym typeface="Inter"/>
              </a:rPr>
              <a:t> </a:t>
            </a:r>
            <a:r>
              <a:rPr lang="en-US" sz="1125" b="0" i="0" u="none" strike="noStrike" cap="none">
                <a:solidFill>
                  <a:srgbClr val="0F766E"/>
                </a:solidFill>
                <a:latin typeface="Inter SemiBold"/>
                <a:ea typeface="Inter SemiBold"/>
                <a:cs typeface="Inter SemiBold"/>
                <a:sym typeface="Inter SemiBold"/>
              </a:rPr>
              <a:t>metadata filter</a:t>
            </a:r>
            <a:r>
              <a:rPr lang="en-US" sz="1125" b="0" i="0" u="none" strike="noStrike" cap="none">
                <a:solidFill>
                  <a:srgbClr val="334155"/>
                </a:solidFill>
                <a:latin typeface="Inter"/>
                <a:ea typeface="Inter"/>
                <a:cs typeface="Inter"/>
                <a:sym typeface="Inter"/>
              </a:rPr>
              <a:t> </a:t>
            </a:r>
            <a:r>
              <a:rPr lang="en-US" sz="1125" b="0" i="0" u="none" strike="noStrike" cap="none">
                <a:solidFill>
                  <a:srgbClr val="CBD5E1"/>
                </a:solidFill>
                <a:latin typeface="Inter"/>
                <a:ea typeface="Inter"/>
                <a:cs typeface="Inter"/>
                <a:sym typeface="Inter"/>
              </a:rPr>
              <a:t>|</a:t>
            </a:r>
            <a:r>
              <a:rPr lang="en-US" sz="1125" b="0" i="0" u="none" strike="noStrike" cap="none">
                <a:solidFill>
                  <a:srgbClr val="334155"/>
                </a:solidFill>
                <a:latin typeface="Inter"/>
                <a:ea typeface="Inter"/>
                <a:cs typeface="Inter"/>
                <a:sym typeface="Inter"/>
              </a:rPr>
              <a:t> </a:t>
            </a:r>
            <a:r>
              <a:rPr lang="en-US" sz="1125" b="0" i="0" u="none" strike="noStrike" cap="none">
                <a:solidFill>
                  <a:srgbClr val="475569"/>
                </a:solidFill>
                <a:latin typeface="Inter SemiBold"/>
                <a:ea typeface="Inter SemiBold"/>
                <a:cs typeface="Inter SemiBold"/>
                <a:sym typeface="Inter SemiBold"/>
              </a:rPr>
              <a:t>Checks:</a:t>
            </a:r>
            <a:r>
              <a:rPr lang="en-US" sz="1125" b="0" i="0" u="none" strike="noStrike" cap="none">
                <a:solidFill>
                  <a:srgbClr val="334155"/>
                </a:solidFill>
                <a:latin typeface="Inter"/>
                <a:ea typeface="Inter"/>
                <a:cs typeface="Inter"/>
                <a:sym typeface="Inter"/>
              </a:rPr>
              <a:t> studio + release year</a:t>
            </a:r>
            <a:endParaRPr/>
          </a:p>
        </p:txBody>
      </p:sp>
      <p:sp>
        <p:nvSpPr>
          <p:cNvPr id="330" name="Google Shape;330;p31"/>
          <p:cNvSpPr txBox="1"/>
          <p:nvPr/>
        </p:nvSpPr>
        <p:spPr>
          <a:xfrm>
            <a:off x="1447800" y="4226125"/>
            <a:ext cx="9829800" cy="1731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125" b="0" i="0" u="none" strike="noStrike" cap="none">
                <a:solidFill>
                  <a:srgbClr val="475569"/>
                </a:solidFill>
                <a:latin typeface="Inter SemiBold"/>
                <a:ea typeface="Inter SemiBold"/>
                <a:cs typeface="Inter SemiBold"/>
                <a:sym typeface="Inter SemiBold"/>
              </a:rPr>
              <a:t>Uses:</a:t>
            </a:r>
            <a:r>
              <a:rPr lang="en-US" sz="1125" b="0" i="0" u="none" strike="noStrike" cap="none">
                <a:solidFill>
                  <a:srgbClr val="334155"/>
                </a:solidFill>
                <a:latin typeface="Inter"/>
                <a:ea typeface="Inter"/>
                <a:cs typeface="Inter"/>
                <a:sym typeface="Inter"/>
              </a:rPr>
              <a:t> </a:t>
            </a:r>
            <a:r>
              <a:rPr lang="en-US" sz="1125" b="0" i="0" u="none" strike="noStrike" cap="none">
                <a:solidFill>
                  <a:srgbClr val="C2410C"/>
                </a:solidFill>
                <a:latin typeface="Inter SemiBold"/>
                <a:ea typeface="Inter SemiBold"/>
                <a:cs typeface="Inter SemiBold"/>
                <a:sym typeface="Inter SemiBold"/>
              </a:rPr>
              <a:t>plot search</a:t>
            </a:r>
            <a:r>
              <a:rPr lang="en-US" sz="1125" b="0" i="0" u="none" strike="noStrike" cap="none">
                <a:solidFill>
                  <a:srgbClr val="334155"/>
                </a:solidFill>
                <a:latin typeface="Inter"/>
                <a:ea typeface="Inter"/>
                <a:cs typeface="Inter"/>
                <a:sym typeface="Inter"/>
              </a:rPr>
              <a:t> </a:t>
            </a:r>
            <a:r>
              <a:rPr lang="en-US" sz="1125" b="0" i="0" u="none" strike="noStrike" cap="none">
                <a:solidFill>
                  <a:srgbClr val="CBD5E1"/>
                </a:solidFill>
                <a:latin typeface="Inter"/>
                <a:ea typeface="Inter"/>
                <a:cs typeface="Inter"/>
                <a:sym typeface="Inter"/>
              </a:rPr>
              <a:t>|</a:t>
            </a:r>
            <a:r>
              <a:rPr lang="en-US" sz="1125" b="0" i="0" u="none" strike="noStrike" cap="none">
                <a:solidFill>
                  <a:srgbClr val="334155"/>
                </a:solidFill>
                <a:latin typeface="Inter"/>
                <a:ea typeface="Inter"/>
                <a:cs typeface="Inter"/>
                <a:sym typeface="Inter"/>
              </a:rPr>
              <a:t> </a:t>
            </a:r>
            <a:r>
              <a:rPr lang="en-US" sz="1125" b="0" i="0" u="none" strike="noStrike" cap="none">
                <a:solidFill>
                  <a:srgbClr val="475569"/>
                </a:solidFill>
                <a:latin typeface="Inter SemiBold"/>
                <a:ea typeface="Inter SemiBold"/>
                <a:cs typeface="Inter SemiBold"/>
                <a:sym typeface="Inter SemiBold"/>
              </a:rPr>
              <a:t>Checks:</a:t>
            </a:r>
            <a:r>
              <a:rPr lang="en-US" sz="1125" b="0" i="0" u="none" strike="noStrike" cap="none">
                <a:solidFill>
                  <a:srgbClr val="334155"/>
                </a:solidFill>
                <a:latin typeface="Inter"/>
                <a:ea typeface="Inter"/>
                <a:cs typeface="Inter"/>
                <a:sym typeface="Inter"/>
              </a:rPr>
              <a:t> animal characters</a:t>
            </a:r>
            <a:endParaRPr/>
          </a:p>
        </p:txBody>
      </p:sp>
      <p:sp>
        <p:nvSpPr>
          <p:cNvPr id="331" name="Google Shape;331;p31"/>
          <p:cNvSpPr txBox="1"/>
          <p:nvPr/>
        </p:nvSpPr>
        <p:spPr>
          <a:xfrm>
            <a:off x="1447800" y="4883350"/>
            <a:ext cx="9829800" cy="1731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125" b="0" i="0" u="none" strike="noStrike" cap="none">
                <a:solidFill>
                  <a:srgbClr val="475569"/>
                </a:solidFill>
                <a:latin typeface="Inter SemiBold"/>
                <a:ea typeface="Inter SemiBold"/>
                <a:cs typeface="Inter SemiBold"/>
                <a:sym typeface="Inter SemiBold"/>
              </a:rPr>
              <a:t>Uses:</a:t>
            </a:r>
            <a:r>
              <a:rPr lang="en-US" sz="1125" b="0" i="0" u="none" strike="noStrike" cap="none">
                <a:solidFill>
                  <a:srgbClr val="334155"/>
                </a:solidFill>
                <a:latin typeface="Inter"/>
                <a:ea typeface="Inter"/>
                <a:cs typeface="Inter"/>
                <a:sym typeface="Inter"/>
              </a:rPr>
              <a:t> </a:t>
            </a:r>
            <a:r>
              <a:rPr lang="en-US" sz="1125" b="0" i="0" u="none" strike="noStrike" cap="none">
                <a:solidFill>
                  <a:srgbClr val="C2410C"/>
                </a:solidFill>
                <a:latin typeface="Inter SemiBold"/>
                <a:ea typeface="Inter SemiBold"/>
                <a:cs typeface="Inter SemiBold"/>
                <a:sym typeface="Inter SemiBold"/>
              </a:rPr>
              <a:t>plot / script / external context</a:t>
            </a:r>
            <a:r>
              <a:rPr lang="en-US" sz="1125" b="0" i="0" u="none" strike="noStrike" cap="none">
                <a:solidFill>
                  <a:srgbClr val="334155"/>
                </a:solidFill>
                <a:latin typeface="Inter"/>
                <a:ea typeface="Inter"/>
                <a:cs typeface="Inter"/>
                <a:sym typeface="Inter"/>
              </a:rPr>
              <a:t> </a:t>
            </a:r>
            <a:r>
              <a:rPr lang="en-US" sz="1125" b="0" i="0" u="none" strike="noStrike" cap="none">
                <a:solidFill>
                  <a:srgbClr val="CBD5E1"/>
                </a:solidFill>
                <a:latin typeface="Inter"/>
                <a:ea typeface="Inter"/>
                <a:cs typeface="Inter"/>
                <a:sym typeface="Inter"/>
              </a:rPr>
              <a:t>|</a:t>
            </a:r>
            <a:r>
              <a:rPr lang="en-US" sz="1125" b="0" i="0" u="none" strike="noStrike" cap="none">
                <a:solidFill>
                  <a:srgbClr val="334155"/>
                </a:solidFill>
                <a:latin typeface="Inter"/>
                <a:ea typeface="Inter"/>
                <a:cs typeface="Inter"/>
                <a:sym typeface="Inter"/>
              </a:rPr>
              <a:t> </a:t>
            </a:r>
            <a:r>
              <a:rPr lang="en-US" sz="1125" b="0" i="0" u="none" strike="noStrike" cap="none">
                <a:solidFill>
                  <a:srgbClr val="475569"/>
                </a:solidFill>
                <a:latin typeface="Inter SemiBold"/>
                <a:ea typeface="Inter SemiBold"/>
                <a:cs typeface="Inter SemiBold"/>
                <a:sym typeface="Inter SemiBold"/>
              </a:rPr>
              <a:t>Checks:</a:t>
            </a:r>
            <a:r>
              <a:rPr lang="en-US" sz="1125" b="0" i="0" u="none" strike="noStrike" cap="none">
                <a:solidFill>
                  <a:srgbClr val="334155"/>
                </a:solidFill>
                <a:latin typeface="Inter"/>
                <a:ea typeface="Inter"/>
                <a:cs typeface="Inter"/>
                <a:sym typeface="Inter"/>
              </a:rPr>
              <a:t> death · loss · scary scenes</a:t>
            </a:r>
            <a:endParaRPr/>
          </a:p>
        </p:txBody>
      </p:sp>
      <p:sp>
        <p:nvSpPr>
          <p:cNvPr id="332" name="Google Shape;332;p31"/>
          <p:cNvSpPr txBox="1"/>
          <p:nvPr/>
        </p:nvSpPr>
        <p:spPr>
          <a:xfrm>
            <a:off x="1438476" y="2606875"/>
            <a:ext cx="2190900" cy="2424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75" b="1" i="0" u="none" strike="noStrike" cap="none">
                <a:solidFill>
                  <a:srgbClr val="0F172A"/>
                </a:solidFill>
                <a:latin typeface="Outfit"/>
                <a:ea typeface="Outfit"/>
                <a:cs typeface="Outfit"/>
                <a:sym typeface="Outfit"/>
              </a:rPr>
              <a:t>Understand the request</a:t>
            </a:r>
            <a:endParaRPr/>
          </a:p>
        </p:txBody>
      </p:sp>
      <p:pic>
        <p:nvPicPr>
          <p:cNvPr id="333" name="Google Shape;333;p31" descr="image.png"/>
          <p:cNvPicPr preferRelativeResize="0"/>
          <p:nvPr/>
        </p:nvPicPr>
        <p:blipFill rotWithShape="1">
          <a:blip r:embed="rId15">
            <a:alphaModFix/>
          </a:blip>
          <a:srcRect/>
          <a:stretch/>
        </p:blipFill>
        <p:spPr>
          <a:xfrm>
            <a:off x="2028825" y="2892625"/>
            <a:ext cx="600075" cy="200025"/>
          </a:xfrm>
          <a:prstGeom prst="rect">
            <a:avLst/>
          </a:prstGeom>
          <a:noFill/>
          <a:ln>
            <a:noFill/>
          </a:ln>
        </p:spPr>
      </p:pic>
      <p:pic>
        <p:nvPicPr>
          <p:cNvPr id="334" name="Google Shape;334;p31" descr="image.png"/>
          <p:cNvPicPr preferRelativeResize="0"/>
          <p:nvPr/>
        </p:nvPicPr>
        <p:blipFill rotWithShape="1">
          <a:blip r:embed="rId16">
            <a:alphaModFix/>
          </a:blip>
          <a:srcRect/>
          <a:stretch/>
        </p:blipFill>
        <p:spPr>
          <a:xfrm>
            <a:off x="2705100" y="2892625"/>
            <a:ext cx="552450" cy="200025"/>
          </a:xfrm>
          <a:prstGeom prst="rect">
            <a:avLst/>
          </a:prstGeom>
          <a:noFill/>
          <a:ln>
            <a:noFill/>
          </a:ln>
        </p:spPr>
      </p:pic>
      <p:pic>
        <p:nvPicPr>
          <p:cNvPr id="335" name="Google Shape;335;p31" descr="image.png"/>
          <p:cNvPicPr preferRelativeResize="0"/>
          <p:nvPr/>
        </p:nvPicPr>
        <p:blipFill rotWithShape="1">
          <a:blip r:embed="rId17">
            <a:alphaModFix/>
          </a:blip>
          <a:srcRect/>
          <a:stretch/>
        </p:blipFill>
        <p:spPr>
          <a:xfrm>
            <a:off x="3333750" y="2892625"/>
            <a:ext cx="666750" cy="200025"/>
          </a:xfrm>
          <a:prstGeom prst="rect">
            <a:avLst/>
          </a:prstGeom>
          <a:noFill/>
          <a:ln>
            <a:noFill/>
          </a:ln>
        </p:spPr>
      </p:pic>
      <p:pic>
        <p:nvPicPr>
          <p:cNvPr id="336" name="Google Shape;336;p31" descr="image.png"/>
          <p:cNvPicPr preferRelativeResize="0"/>
          <p:nvPr/>
        </p:nvPicPr>
        <p:blipFill rotWithShape="1">
          <a:blip r:embed="rId18">
            <a:alphaModFix/>
          </a:blip>
          <a:srcRect/>
          <a:stretch/>
        </p:blipFill>
        <p:spPr>
          <a:xfrm>
            <a:off x="4076700" y="2892625"/>
            <a:ext cx="809625" cy="200025"/>
          </a:xfrm>
          <a:prstGeom prst="rect">
            <a:avLst/>
          </a:prstGeom>
          <a:noFill/>
          <a:ln>
            <a:noFill/>
          </a:ln>
        </p:spPr>
      </p:pic>
      <p:pic>
        <p:nvPicPr>
          <p:cNvPr id="337" name="Google Shape;337;p31" descr="image.png"/>
          <p:cNvPicPr preferRelativeResize="0"/>
          <p:nvPr/>
        </p:nvPicPr>
        <p:blipFill rotWithShape="1">
          <a:blip r:embed="rId19">
            <a:alphaModFix/>
          </a:blip>
          <a:srcRect/>
          <a:stretch/>
        </p:blipFill>
        <p:spPr>
          <a:xfrm>
            <a:off x="4962525" y="2892625"/>
            <a:ext cx="866775" cy="200025"/>
          </a:xfrm>
          <a:prstGeom prst="rect">
            <a:avLst/>
          </a:prstGeom>
          <a:noFill/>
          <a:ln>
            <a:noFill/>
          </a:ln>
        </p:spPr>
      </p:pic>
      <p:sp>
        <p:nvSpPr>
          <p:cNvPr id="338" name="Google Shape;338;p31"/>
          <p:cNvSpPr txBox="1"/>
          <p:nvPr/>
        </p:nvSpPr>
        <p:spPr>
          <a:xfrm>
            <a:off x="1467608" y="3283150"/>
            <a:ext cx="2457300" cy="2424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75" b="1" i="0" u="none" strike="noStrike" cap="none">
                <a:solidFill>
                  <a:srgbClr val="0F172A"/>
                </a:solidFill>
                <a:latin typeface="Outfit"/>
                <a:ea typeface="Outfit"/>
                <a:cs typeface="Outfit"/>
                <a:sym typeface="Outfit"/>
              </a:rPr>
              <a:t>Filter what is structured</a:t>
            </a:r>
            <a:endParaRPr/>
          </a:p>
        </p:txBody>
      </p:sp>
      <p:sp>
        <p:nvSpPr>
          <p:cNvPr id="339" name="Google Shape;339;p31"/>
          <p:cNvSpPr txBox="1"/>
          <p:nvPr/>
        </p:nvSpPr>
        <p:spPr>
          <a:xfrm>
            <a:off x="1438476" y="3940375"/>
            <a:ext cx="2343300" cy="2424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75" b="1" i="0" u="none" strike="noStrike" cap="none">
                <a:solidFill>
                  <a:srgbClr val="0F172A"/>
                </a:solidFill>
                <a:latin typeface="Outfit"/>
                <a:ea typeface="Outfit"/>
                <a:cs typeface="Outfit"/>
                <a:sym typeface="Outfit"/>
              </a:rPr>
              <a:t>Search for story evidence</a:t>
            </a:r>
            <a:endParaRPr/>
          </a:p>
        </p:txBody>
      </p:sp>
      <p:sp>
        <p:nvSpPr>
          <p:cNvPr id="340" name="Google Shape;340;p31"/>
          <p:cNvSpPr txBox="1"/>
          <p:nvPr/>
        </p:nvSpPr>
        <p:spPr>
          <a:xfrm>
            <a:off x="1422415" y="4597600"/>
            <a:ext cx="2457600" cy="2424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75" b="1" i="0" u="none" strike="noStrike" cap="none">
                <a:solidFill>
                  <a:srgbClr val="0F172A"/>
                </a:solidFill>
                <a:latin typeface="Outfit"/>
                <a:ea typeface="Outfit"/>
                <a:cs typeface="Outfit"/>
                <a:sym typeface="Outfit"/>
              </a:rPr>
              <a:t>Check the risky constraint</a:t>
            </a:r>
            <a:endParaRPr/>
          </a:p>
        </p:txBody>
      </p:sp>
      <p:sp>
        <p:nvSpPr>
          <p:cNvPr id="341" name="Google Shape;341;p31"/>
          <p:cNvSpPr txBox="1"/>
          <p:nvPr/>
        </p:nvSpPr>
        <p:spPr>
          <a:xfrm>
            <a:off x="1486658" y="5254825"/>
            <a:ext cx="2105100" cy="2424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75" b="1" i="0" u="none" strike="noStrike" cap="none">
                <a:solidFill>
                  <a:srgbClr val="0F172A"/>
                </a:solidFill>
                <a:latin typeface="Outfit"/>
                <a:ea typeface="Outfit"/>
                <a:cs typeface="Outfit"/>
                <a:sym typeface="Outfit"/>
              </a:rPr>
              <a:t>Decide: answer or loop</a:t>
            </a:r>
            <a:endParaRPr/>
          </a:p>
        </p:txBody>
      </p:sp>
      <p:pic>
        <p:nvPicPr>
          <p:cNvPr id="342" name="Google Shape;342;p31" descr="image.png"/>
          <p:cNvPicPr preferRelativeResize="0"/>
          <p:nvPr/>
        </p:nvPicPr>
        <p:blipFill rotWithShape="1">
          <a:blip r:embed="rId20">
            <a:alphaModFix/>
          </a:blip>
          <a:srcRect/>
          <a:stretch/>
        </p:blipFill>
        <p:spPr>
          <a:xfrm>
            <a:off x="3733800" y="2654500"/>
            <a:ext cx="152400" cy="152400"/>
          </a:xfrm>
          <a:prstGeom prst="rect">
            <a:avLst/>
          </a:prstGeom>
          <a:noFill/>
          <a:ln>
            <a:noFill/>
          </a:ln>
        </p:spPr>
      </p:pic>
      <p:pic>
        <p:nvPicPr>
          <p:cNvPr id="343" name="Google Shape;343;p31" descr="image.png"/>
          <p:cNvPicPr preferRelativeResize="0"/>
          <p:nvPr/>
        </p:nvPicPr>
        <p:blipFill rotWithShape="1">
          <a:blip r:embed="rId21">
            <a:alphaModFix/>
          </a:blip>
          <a:srcRect/>
          <a:stretch/>
        </p:blipFill>
        <p:spPr>
          <a:xfrm>
            <a:off x="3705225" y="3330775"/>
            <a:ext cx="133350" cy="152400"/>
          </a:xfrm>
          <a:prstGeom prst="rect">
            <a:avLst/>
          </a:prstGeom>
          <a:noFill/>
          <a:ln>
            <a:noFill/>
          </a:ln>
        </p:spPr>
      </p:pic>
      <p:pic>
        <p:nvPicPr>
          <p:cNvPr id="344" name="Google Shape;344;p31" descr="image.png"/>
          <p:cNvPicPr preferRelativeResize="0"/>
          <p:nvPr/>
        </p:nvPicPr>
        <p:blipFill rotWithShape="1">
          <a:blip r:embed="rId22">
            <a:alphaModFix/>
          </a:blip>
          <a:srcRect/>
          <a:stretch/>
        </p:blipFill>
        <p:spPr>
          <a:xfrm>
            <a:off x="3886200" y="3988000"/>
            <a:ext cx="152400" cy="152400"/>
          </a:xfrm>
          <a:prstGeom prst="rect">
            <a:avLst/>
          </a:prstGeom>
          <a:noFill/>
          <a:ln>
            <a:noFill/>
          </a:ln>
        </p:spPr>
      </p:pic>
      <p:pic>
        <p:nvPicPr>
          <p:cNvPr id="345" name="Google Shape;345;p31" descr="image.png"/>
          <p:cNvPicPr preferRelativeResize="0"/>
          <p:nvPr/>
        </p:nvPicPr>
        <p:blipFill rotWithShape="1">
          <a:blip r:embed="rId23">
            <a:alphaModFix/>
          </a:blip>
          <a:srcRect/>
          <a:stretch/>
        </p:blipFill>
        <p:spPr>
          <a:xfrm>
            <a:off x="3886200" y="4645225"/>
            <a:ext cx="152400" cy="152400"/>
          </a:xfrm>
          <a:prstGeom prst="rect">
            <a:avLst/>
          </a:prstGeom>
          <a:noFill/>
          <a:ln>
            <a:noFill/>
          </a:ln>
        </p:spPr>
      </p:pic>
      <p:pic>
        <p:nvPicPr>
          <p:cNvPr id="346" name="Google Shape;346;p31" descr="image.png"/>
          <p:cNvPicPr preferRelativeResize="0"/>
          <p:nvPr/>
        </p:nvPicPr>
        <p:blipFill rotWithShape="1">
          <a:blip r:embed="rId24">
            <a:alphaModFix/>
          </a:blip>
          <a:srcRect/>
          <a:stretch/>
        </p:blipFill>
        <p:spPr>
          <a:xfrm>
            <a:off x="3924900" y="5332970"/>
            <a:ext cx="152400" cy="152400"/>
          </a:xfrm>
          <a:prstGeom prst="rect">
            <a:avLst/>
          </a:prstGeom>
          <a:noFill/>
          <a:ln>
            <a:noFill/>
          </a:ln>
        </p:spPr>
      </p:pic>
      <p:pic>
        <p:nvPicPr>
          <p:cNvPr id="347" name="Google Shape;347;p31" descr="image.png"/>
          <p:cNvPicPr preferRelativeResize="0"/>
          <p:nvPr/>
        </p:nvPicPr>
        <p:blipFill rotWithShape="1">
          <a:blip r:embed="rId25">
            <a:alphaModFix/>
          </a:blip>
          <a:srcRect/>
          <a:stretch/>
        </p:blipFill>
        <p:spPr>
          <a:xfrm>
            <a:off x="3648075" y="5306725"/>
            <a:ext cx="152400" cy="190500"/>
          </a:xfrm>
          <a:prstGeom prst="rect">
            <a:avLst/>
          </a:prstGeom>
          <a:noFill/>
          <a:ln>
            <a:noFill/>
          </a:ln>
        </p:spPr>
      </p:pic>
      <p:pic>
        <p:nvPicPr>
          <p:cNvPr id="348" name="Google Shape;348;p31"/>
          <p:cNvPicPr preferRelativeResize="0"/>
          <p:nvPr/>
        </p:nvPicPr>
        <p:blipFill>
          <a:blip r:embed="rId26">
            <a:alphaModFix/>
          </a:blip>
          <a:stretch>
            <a:fillRect/>
          </a:stretch>
        </p:blipFill>
        <p:spPr>
          <a:xfrm>
            <a:off x="1071908" y="1714978"/>
            <a:ext cx="7943850" cy="3143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1F3F4"/>
        </a:solidFill>
        <a:effectLst/>
      </p:bgPr>
    </p:bg>
    <p:spTree>
      <p:nvGrpSpPr>
        <p:cNvPr id="1" name="Shape 353"/>
        <p:cNvGrpSpPr/>
        <p:nvPr/>
      </p:nvGrpSpPr>
      <p:grpSpPr>
        <a:xfrm>
          <a:off x="0" y="0"/>
          <a:ext cx="0" cy="0"/>
          <a:chOff x="0" y="0"/>
          <a:chExt cx="0" cy="0"/>
        </a:xfrm>
      </p:grpSpPr>
      <p:sp>
        <p:nvSpPr>
          <p:cNvPr id="354" name="Google Shape;354;p32"/>
          <p:cNvSpPr txBox="1"/>
          <p:nvPr/>
        </p:nvSpPr>
        <p:spPr>
          <a:xfrm>
            <a:off x="702900" y="266600"/>
            <a:ext cx="11201400" cy="2447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200" b="1">
                <a:solidFill>
                  <a:srgbClr val="0F172A"/>
                </a:solidFill>
                <a:latin typeface="Outfit"/>
                <a:ea typeface="Outfit"/>
                <a:cs typeface="Outfit"/>
                <a:sym typeface="Outfit"/>
              </a:rPr>
              <a:t>Thank you </a:t>
            </a:r>
            <a:endParaRPr sz="9200" b="1">
              <a:solidFill>
                <a:srgbClr val="0F172A"/>
              </a:solidFill>
              <a:latin typeface="Outfit"/>
              <a:ea typeface="Outfit"/>
              <a:cs typeface="Outfit"/>
              <a:sym typeface="Outfit"/>
            </a:endParaRPr>
          </a:p>
          <a:p>
            <a:pPr marL="0" marR="0" lvl="0" indent="0" algn="ctr" rtl="0">
              <a:spcBef>
                <a:spcPts val="0"/>
              </a:spcBef>
              <a:spcAft>
                <a:spcPts val="0"/>
              </a:spcAft>
              <a:buNone/>
            </a:pPr>
            <a:endParaRPr sz="6700" b="1">
              <a:solidFill>
                <a:srgbClr val="F2A900"/>
              </a:solidFill>
            </a:endParaRPr>
          </a:p>
        </p:txBody>
      </p:sp>
      <p:pic>
        <p:nvPicPr>
          <p:cNvPr id="355" name="Google Shape;355;p32"/>
          <p:cNvPicPr preferRelativeResize="0"/>
          <p:nvPr/>
        </p:nvPicPr>
        <p:blipFill>
          <a:blip r:embed="rId3">
            <a:alphaModFix/>
          </a:blip>
          <a:stretch>
            <a:fillRect/>
          </a:stretch>
        </p:blipFill>
        <p:spPr>
          <a:xfrm>
            <a:off x="153625" y="1761775"/>
            <a:ext cx="11891850" cy="45988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952</Words>
  <Application>Microsoft Office PowerPoint</Application>
  <PresentationFormat>Widescreen</PresentationFormat>
  <Paragraphs>111</Paragraphs>
  <Slides>17</Slides>
  <Notes>17</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17</vt:i4>
      </vt:variant>
    </vt:vector>
  </HeadingPairs>
  <TitlesOfParts>
    <vt:vector size="30" baseType="lpstr">
      <vt:lpstr>Poppins Medium</vt:lpstr>
      <vt:lpstr>Calibri</vt:lpstr>
      <vt:lpstr>Inter Medium</vt:lpstr>
      <vt:lpstr>Inter SemiBold</vt:lpstr>
      <vt:lpstr>Poppins</vt:lpstr>
      <vt:lpstr>Outfit</vt:lpstr>
      <vt:lpstr>Outfit Medium</vt:lpstr>
      <vt:lpstr>Inter</vt:lpstr>
      <vt:lpstr>Arial</vt:lpstr>
      <vt:lpstr>Outfit SemiBold</vt:lpstr>
      <vt:lpstr>Georgia</vt:lpstr>
      <vt:lpstr>Office Theme</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יאיר זק</dc:creator>
  <cp:lastModifiedBy>Yair Zack</cp:lastModifiedBy>
  <cp:revision>1</cp:revision>
  <dcterms:modified xsi:type="dcterms:W3CDTF">2026-07-11T18:51:14Z</dcterms:modified>
</cp:coreProperties>
</file>